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7bfbb60-8a45-26f5-2749-165b3d2f4bcb}">
          <p14:sldIdLst>
            <p14:sldId id="256"/>
          </p14:sldIdLst>
        </p14:section>
        <p14:section name="Problem &amp; solution" id="{3ba4bedd-0149-1cf0-edaf-eaf6d74ad86b}">
          <p14:sldIdLst>
            <p14:sldId id="257"/>
            <p14:sldId id="258"/>
          </p14:sldIdLst>
        </p14:section>
        <p14:section name="Product" id="{dec2586d-62a6-c12c-faad-edacbd8827b2}">
          <p14:sldIdLst>
            <p14:sldId id="259"/>
            <p14:sldId id="260"/>
            <p14:sldId id="261"/>
          </p14:sldIdLst>
        </p14:section>
        <p14:section name="Why us" id="{747931fc-92c3-bab0-4136-282a23d75c2d}">
          <p14:sldIdLst>
            <p14:sldId id="262"/>
            <p14:sldId id="263"/>
          </p14:sldIdLst>
        </p14:section>
        <p14:section name="Demo" id="{c80ea6ab-1912-e508-3f56-4ea0e8872d43}">
          <p14:sldIdLst>
            <p14:sldId id="264"/>
          </p14:sldIdLst>
        </p14:section>
        <p14:section name="Roadmap" id="{97acf8b4-de16-b0d8-83f0-5756d2ee1b14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AI triage and analytics for citizen complaints.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Towns and campuses get thousands of complaints via apps, calls and social media Clerks route them by hand, in English, Tamil and Tanglish Duplicates pile up while a live wire waits behind a parking complaint Hotspots and SLA breaches stay invisible until there is a crisis Key numbers: ~48% of Tamil Nadu's people live in urban areas (Census 2011, approx.); 1 in 3 complaints repeat an open issue (our synthetic stream; varies).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Every new complaint is routed, prioritised and de-duplicated in ~3 ms Safety rules plus an ML model set P1-P4 and say why DBSCAN and Poisson tests flag hotspots and wards that are suddenly worse Survival curves and a breach model warn before the SLA is missed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Tamil-aware routing: TF-IDF logistic regression vs Naive Bayes on words, letters and concepts. Explainable priority: Safety rules force P1; the model weighs school, elderly, days pending. Duplicate merging: MinHash LSH + distance + time links reports across languages. Hotspots &amp; surges: DBSCAN on incidents plus weekly Poisson z-test per ward. SLA risk queue: Kaplan-Meier curves and breach probability with reasons. Topic discovery: k-means finds themes like noise or encroachment in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-&gt; vanilla JS, SVG/canvas charts, live queue and map. app.py -&gt; stdlib ThreadingHTTPServer, JSON API, input validation. text + lexicon -&gt; Tamil-safe tokens, graphemes, bilingual concepts. models -&gt; NB, OvR logistic regression, urgency rules + model. dedup + hotspot -&gt; MinHash LSH, haversine, DBSCAN, Poisson test. sla + topics -&gt; Kaplan-Meier, breach LR, spherical k-means. Stack: Python 3 stdlib only, Vanilla HTML/CSS/JS, Hand-drawn SVG + canvas, No CDN, fully offline, unittest (70 tests).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Multinomial Naive Bayes - department routing baseline. TF-IDF logistic regression (OvR, SGD) - routing + urgency. MinHash + LSH banding + haversine - duplicate incidents. DBSCAN (grid index) - spatial hotspots per department. Poisson z-test - emerging ward hotspots vs 4-week baseline. Kaplan-Meier + logistic regression - SLA curves and breach risk.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Tamil grapheme tokenizer + bilingual concepts: one model, three scripts Duplicates matched across languages using text, place and time Safety rules never wait for a model; the model never hides why Every metric measured against planted ground truth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95.3% routing accuracy, 615 held-out (94.2% on unseen phrasing); 0.82 duplicate-pair F1 (text-only baseline 0.47); 6 / 6 planted hotspots found, zero false hotspots; 2.6 ms full pipeline per complaint (p50, pure Python). Impact: Urgent safety hazards jump the queue within seconds ~36% fewer tickets once duplicate reports are merged (demo data) Ward officers see hotspots and slow wards weekly, not yearly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Triage: KPIs, live queue with priority and duplicate links 2. Run demo: Tanglish live wire becomes P1 by safety rule 3. Tamil duplicate merged with an English report 4. Map: 6 DBSCAN hotspots match the planted ones 5. Heat grid: W11 garbage surge, z = 15 6. SLA: survival curve, at-risk queue with reasons 7. Models: LR 94% vs NB 61% on unseen phrasing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open-source edition for colleges and small towns Paid hosted edition for municipal corporations with integrations Setup and lexicon tuning for each district's own language Plugs into existing CPGRAMS-style portals and WhatsApp lines Next: Learn from officers' re-routing corrections (active learning) Speech-to-text for call-centre and voice notes Photo evidence: pothole and garbage image checks Crew routing for clustered incidents Public status page for citizens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CivicLens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DATA SCIENCE &amp; ANALYTICS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CivicLens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AI triage and analytics for citizen complaints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CivicLen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Towns and campuses get thousands of complaints via apps, calls and social media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Clerks route them by hand, in English, Tamil and Tanglish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Duplicates pile up while a live wire waits behind a parking complaint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Hotspots and SLA breaches stay invisible until there is a crisis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96596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207568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~48%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28072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Tamil Nadu's people live in urban areas (Census 2011,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365760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376732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 in 3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44988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complaints repeat an open issue (our synthetic stream; varies)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CivicLens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Every new complaint is routed, prioritised and de-duplicated in ~3 ms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Safety rules plus an ML model set P1-P4 and say why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DBSCAN and Poisson tests flag hotspots and wards that are suddenly worse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Survival curves and a breach model warn before the SLA is missed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CivicLens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Tamil-aware routing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TF-IDF logistic regression vs Naive Bayes on words, letters and concepts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 priority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Safety rules force P1; the model weighs school, elderly, days pending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Duplicate merging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MinHash LSH + distance + time links reports across languages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Hotspots &amp; surges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DBSCAN on incidents plus weekly Poisson z-test per ward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SLA risk queue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Kaplan-Meier curves and breach probability with reasons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Topic discovery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k-means finds themes like noise or encroachment in Other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vanilla JS, SVG/canvas charts, live queue and map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stdlib ThreadingHTTPServer, JSON API, input validation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text + lexicon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Tamil-safe tokens, graphemes, bilingual concepts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models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NB, OvR logistic regression, urgency rules + model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dedup + hotspot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MinHash LSH, haversine, DBSCAN, Poisson test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sla + topics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Kaplan-Meier, breach LR, spherical k-means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Hand-drawn SVG + canvas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No CDN, fully offline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(70 tests)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Multinomial Naive Bayes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department routing baseline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TF-IDF logistic regression (OvR, SGD)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routing + urgency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MinHash + LSH banding + haversine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duplicate incidents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DBSCAN (grid index)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spatial hotspots per department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Poisson z-test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emerging ward hotspots vs 4-week baseline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Kaplan-Meier + logistic regression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SLA curves and breach risk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Tamil grapheme tokenizer + bilingual concepts: one model, three scripts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Duplicates matched across languages using text, place and time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Safety rules never wait for a model; the model never hides why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metric measured against planted ground truth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95.3%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routing accuracy, 615 held-out (94.2% on unseen phrasing)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0.82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duplicate-pair F1 (text-only baseline 0.47)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6 / 6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planted hotspots found, zero false hotspots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2.6 ms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full pipeline per complaint (p50, pure Python)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Urgent safety hazards jump the queue within seconds  ·  ~36% fewer tickets once duplicate reports are merged (demo data)  ·  Ward officers see hotspots and slow wards weekly, not yearly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Triage: KPIs, live queue with priority and duplicate links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demo: Tanglish live wire becomes P1 by safety rule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Tamil duplicate merged with an English report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Map: 6 DBSCAN hotspots match the planted ones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Heat grid: W11 garbage surge, z = 15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SLA: survival curve, at-risk queue with reasons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Models: LR 94% vs NB 61% on unseen phrasing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CivicLen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http://localhost:8019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open-source edition for colleges and small towns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Paid hosted edition for municipal corporations with integrations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Setup and lexicon tuning for each district's own language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Plugs into existing CPGRAMS-style portals and WhatsApp lines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Learn from officers' re-routing corrections (active learning)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Speech-to-text for call-centre and voice notes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Photo evidence: pothole and garbage image checks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Crew routing for clustered incidents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Public status page for citizens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CivicLens · AI triage and analytics for citizen complaints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https://github.com/jayeskumar/a/tree/claude/confident-fermi-dpeh2g/projects/19-civiclens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projects/19-civiclens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vicLens QUANTIX">
  <a:themeElements>
    <a:clrScheme name="CivicLens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DC2626"/>
      </a:accent1>
      <a:accent2>
        <a:srgbClr val="FBE5E5"/>
      </a:accent2>
      <a:accent3>
        <a:srgbClr val="8F1919"/>
      </a:accent3>
      <a:accent4>
        <a:srgbClr val="5B6478"/>
      </a:accent4>
      <a:accent5>
        <a:srgbClr val="391526"/>
      </a:accent5>
      <a:accent6>
        <a:srgbClr val="EC8888"/>
      </a:accent6>
      <a:hlink>
        <a:srgbClr val="B01E1E"/>
      </a:hlink>
      <a:folHlink>
        <a:srgbClr val="5B6478"/>
      </a:folHlink>
    </a:clrScheme>
    <a:fontScheme name="CivicLens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CivicLens – AI triage and analytics for citizen complaints</dc:title>
  <dc:subject>QUANTIX 2K26 · Data Science &amp; Analytics</dc:subject>
  <dc:creator>Your Team Name</dc:creator>
  <cp:lastModifiedBy>Your Team Name</cp:lastModifiedBy>
  <cp:revision>1</cp:revision>
  <dcterms:created xsi:type="dcterms:W3CDTF">2026-10-20T08:08:43Z</dcterms:created>
  <dcterms:modified xsi:type="dcterms:W3CDTF">2026-10-20T08:08:43Z</dcterms:modified>
</cp:coreProperties>
</file>