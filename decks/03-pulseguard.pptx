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b38d1b4-2458-23c7-7e8f-062f598e2630}">
          <p14:sldIdLst>
            <p14:sldId id="256"/>
          </p14:sldIdLst>
        </p14:section>
        <p14:section name="Problem &amp; solution" id="{c01f93a5-6b4a-8d98-0395-7d9c623a3e31}">
          <p14:sldIdLst>
            <p14:sldId id="257"/>
            <p14:sldId id="258"/>
          </p14:sldIdLst>
        </p14:section>
        <p14:section name="Product" id="{bf8fe4f2-d5fe-f90d-ccfd-740797931652}">
          <p14:sldIdLst>
            <p14:sldId id="259"/>
            <p14:sldId id="260"/>
            <p14:sldId id="261"/>
          </p14:sldIdLst>
        </p14:section>
        <p14:section name="Why us" id="{ff0cb870-9e6b-0a31-07ad-9489197b1e66}">
          <p14:sldIdLst>
            <p14:sldId id="262"/>
            <p14:sldId id="263"/>
          </p14:sldIdLst>
        </p14:section>
        <p14:section name="Demo" id="{2a759b9e-cfe8-d850-0c7d-b7fc9e04842b}">
          <p14:sldIdLst>
            <p14:sldId id="264"/>
          </p14:sldIdLst>
        </p14:section>
        <p14:section name="Roadmap" id="{3d16f8cf-b275-4ccd-af5d-611f7bcae26a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Early warning for patient deterioration, before it's too late.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Ward patients deteriorate silently between manual observation rounds Understaffed district hospitals: one nurse, many beds, paper charts Paper NEWS2 is a snapshot; nobody plots the trend Threshold alarms fire only after the patient has crossed the line Key numbers: ~8 in 10 in-hospital arrests showed deterioration in prior 8 h (Schein 1990, approx.); 4–6 h NEWS2 minimum obs interval for scores 1–4 (RCP 2017).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Exact NEWS2 scoring of every reading, incl. SpO2 Scale 2 for COPD From-scratch trend detector projects NEWS2 4 h ahead Acuity-sorted ward dashboard with alert feed and escalation steps Explainable breakdown, bedside calculator and auto handover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NEWS2 engine: All 7 parameters, Scale 1/2, red-3 rule, 4 bands, RCP responses. Trend early warning: OLS slopes + R² gating flag rising risk before thresholds. Live ward simulator: 12 seeded patients, server clock, play/pause/speed/reset. Explainability: Per-parameter points, zone-shaded charts, rule that fired. Bedside calculator: Validated entry, instant score, save to patient chart. Auto handover: Printable per-patient summary: score, trend, last change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Ward simulator / nurse entry -&gt; validated vital-sign readings. news2.py -&gt; RCP 2017 tables, bands, escalation response. trend.py -&gt; least-squares slope, R², 4 h projection. alerts.py -&gt; hysteresis, debounce, cooldown. app.py ThreadingHTTPServer -&gt; JSON API. Vanilla JS + inline SVG dashboard, polls every second. Stack: Python 3 stdlib, http.server, Vanilla HTML/CSS/JS, Inline SVG charts, unittest (75 tests).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NEWS2 (RCP 2017) – aggregate risk score and clinical response. Ordinary least squares – per-vital slope and R² over 3 h. Trend projection – score projected vitals with NEWS2. Hysteresis state machine – alert without flicker spam. AR(1) physiological simulator – seeded deterministic vitals.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Warns on the trajectory, not just the threshold Early warning stated in NEWS2 terms nurses already use Scale 2 prevents constant false red alerts in COPD Fully offline, explainable, runs on a ₹15k laptop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1.0 h median extra warning vs NEWS2≥5 alert (held-out sim); 3.25 h median earlier than 4-hourly paper rounds (held-out sim); 3 / 270 false trend alerts per stable patient-days (held-out); ≈6 µs NEWS2 scoring latency per reading. Impact: More time for antibiotics, fluids or ICU transfer Points scarce nursing attention at the beds that need it No licence, cloud or new hardware needed to start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Click Run demo: 12-bed ward plays from 08:00 2. Bed 1 gets a purple early warning while NEWS2 is still low 3. Open patient: per-parameter breakdown, shaded charts, slopes 4. Threshold fires 1 h 45 min later; acknowledge alert 5. COPD bed: Scale 2 vs Scale 1 comparison 6. Bedside calculator: Early sepsis example scores 7 7. Handover tab: print the auto-generated summary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Free bedside calculator to drive adoption Per-bed monthly subscription for ward dashboard Bundle with low-cost wearables via state health missions/CSR Analytics add-on: escalation compliance for quality teams Next: Validate on real de-identified vitals, then silent ward pilot HL7/FHIR and BLE wearable ingestion SMS/WhatsApp escalation with acknowledgement timing Patient-specific baselines and calibrated risk Tamil/Hindi UI and voice entry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PulseGuard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HEALTHTECH &amp; BIOMEDICAL INNOVATION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PulseGuard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Early warning for patient deterioration, before it's too late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PulseGuard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Ward patients deteriorate silently between manual observation rounds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Understaffed district hospitals: one nurse, many beds, paper charts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Paper NEWS2 is a snapshot; nobody plots the trend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Threshold alarms fire only after the patient has crossed the line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96596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207568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~8 in 10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280720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in-hospital arrests showed deterioration in prior 8 h (Schein 1990, approx.)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365760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376732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4–6 h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449884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NEWS2 minimum obs interval for scores 1–4 (RCP 2017)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PulseGuard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Exact NEWS2 scoring of every reading, incl. SpO2 Scale 2 for COPD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From-scratch trend detector projects NEWS2 4 h ahead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Acuity-sorted ward dashboard with alert feed and escalation steps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Explainable breakdown, bedside calculator and auto handover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PulseGuard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NEWS2 engine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All 7 parameters, Scale 1/2, red-3 rule, 4 bands, RCP responses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Trend early warning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OLS slopes + R² gating flag rising risk before thresholds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Live ward simulator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12 seeded patients, server clock, play/pause/speed/reset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Explainability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Per-parameter points, zone-shaded charts, rule that fired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Bedside calculator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Validated entry, instant score, save to patient chart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Auto handover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Printable per-patient summary: score, trend, last change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Ward simulator / nurse entry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validated vital-sign readings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news2.py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RCP 2017 tables, bands, escalation response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trend.py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least-squares slope, R², 4 h projection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alerts.py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hysteresis, debounce, cooldown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app.py ThreadingHTTPServer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JSON API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Vanilla JS + inline SVG dashboard, polls every second</a:t>
            </a:r>
            <a:pPr indent="0" marL="0">
              <a:buNone/>
            </a:pP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stdlib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http.server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Inline SVG charts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unittest (75 tests)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NEWS2 (RCP 2017)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aggregate risk score and clinical response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Ordinary least squares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per-vital slope and R² over 3 h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Trend projection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score projected vitals with NEWS2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Hysteresis state machine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alert without flicker spam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AR(1) physiological simulator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seeded deterministic vitals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Warns on the trajectory, not just the threshold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Early warning stated in NEWS2 terms nurses already use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Scale 2 prevents constant false red alerts in COPD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Fully offline, explainable, runs on a ₹15k laptop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1.0 h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median extra warning vs NEWS2≥5 alert (held-out sim)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3.25 h</a:t>
            </a:r>
            <a:endParaRPr lang="en-US" sz="40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median earlier than 4-hourly paper rounds (held-out sim)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6"/>
                </a:solidFill>
              </a:rPr>
              <a:t>3 / 270</a:t>
            </a:r>
            <a:endParaRPr lang="en-US" sz="3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false trend alerts per stable patient-days (held-out)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≈6 µs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NEWS2 scoring latency per reading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More time for antibiotics, fluids or ICU transfer  ·  Points scarce nursing attention at the beds that need it  ·  No licence, cloud or new hardware needed to start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35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Click Run demo: 12-bed ward plays from 08:00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06654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Bed 1 gets a purple early warning while NEWS2 is still low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28254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761488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patient: per-parameter breakdown, shaded charts, slopes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456432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Threshold fires 1 h 45 min later; acknowledge alert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2153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151376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COPD bed: Scale 2 vs Scale 1 comparison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4910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4910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484632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Bedside calculator: Early sepsis example scores 7</a:t>
            </a:r>
            <a:endParaRPr lang="en-US" sz="1600" dirty="0"/>
          </a:p>
        </p:txBody>
      </p:sp>
      <p:sp>
        <p:nvSpPr>
          <p:cNvPr id="21" name="Step 7 dot"/>
          <p:cNvSpPr/>
          <p:nvPr/>
        </p:nvSpPr>
        <p:spPr>
          <a:xfrm>
            <a:off x="548640" y="5605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tep 7 number"/>
          <p:cNvSpPr txBox="1"/>
          <p:nvPr/>
        </p:nvSpPr>
        <p:spPr>
          <a:xfrm>
            <a:off x="548640" y="5605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Step 7 text"/>
          <p:cNvSpPr txBox="1"/>
          <p:nvPr/>
        </p:nvSpPr>
        <p:spPr>
          <a:xfrm>
            <a:off x="1234440" y="554126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Handover tab: print the auto-generated summary</a:t>
            </a:r>
            <a:endParaRPr lang="en-US" sz="1600" dirty="0"/>
          </a:p>
        </p:txBody>
      </p:sp>
      <p:sp>
        <p:nvSpPr>
          <p:cNvPr id="24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5" name="Demo screenshot" descr="PulseGuard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6" name="Run command"/>
          <p:cNvSpPr txBox="1"/>
          <p:nvPr/>
        </p:nvSpPr>
        <p:spPr>
          <a:xfrm>
            <a:off x="6583680" y="5029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http://localhost:8003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bedside calculator to drive adoption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Per-bed monthly subscription for ward dashboard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Bundle with low-cost wearables via state health missions/CSR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Analytics add-on: escalation compliance for quality teams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Validate on real de-identified vitals, then silent ward pilot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HL7/FHIR and BLE wearable ingestion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SMS/WhatsApp escalation with acknowledgement timing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Patient-specific baselines and calibrated risk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Tamil/Hindi UI and voice entry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PulseGuard · Early warning for patient deterioration, before it's too late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https://github.com/jayeskumar/a/tree/claude/confident-fermi-dpeh2g/projects/03-pulseguard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projects/03-pulseguard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lseGuard QUANTIX">
  <a:themeElements>
    <a:clrScheme name="PulseGuard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E5484D"/>
      </a:accent1>
      <a:accent2>
        <a:srgbClr val="FCE9EA"/>
      </a:accent2>
      <a:accent3>
        <a:srgbClr val="952F32"/>
      </a:accent3>
      <a:accent4>
        <a:srgbClr val="5B6478"/>
      </a:accent4>
      <a:accent5>
        <a:srgbClr val="3B1C2F"/>
      </a:accent5>
      <a:accent6>
        <a:srgbClr val="F19A9D"/>
      </a:accent6>
      <a:hlink>
        <a:srgbClr val="B73A3E"/>
      </a:hlink>
      <a:folHlink>
        <a:srgbClr val="5B6478"/>
      </a:folHlink>
    </a:clrScheme>
    <a:fontScheme name="PulseGuard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PulseGuard – Early warning for patient deterioration, before it's too late</dc:title>
  <dc:subject>QUANTIX 2K26 · HealthTech &amp; Biomedical Innovation</dc:subject>
  <dc:creator>Your Team Name</dc:creator>
  <cp:lastModifiedBy>Your Team Name</cp:lastModifiedBy>
  <cp:revision>1</cp:revision>
  <dcterms:created xsi:type="dcterms:W3CDTF">2026-10-20T06:29:47Z</dcterms:created>
  <dcterms:modified xsi:type="dcterms:W3CDTF">2026-10-20T06:29:47Z</dcterms:modified>
</cp:coreProperties>
</file>