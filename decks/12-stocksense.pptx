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cae623f5-f7e1-4c35-4006-2c460eaa9d98}">
          <p14:sldIdLst>
            <p14:sldId id="256"/>
          </p14:sldIdLst>
        </p14:section>
        <p14:section name="Problem &amp; solution" id="{866dffc4-c6e4-f010-c71c-816cb9767ab4}">
          <p14:sldIdLst>
            <p14:sldId id="257"/>
            <p14:sldId id="258"/>
          </p14:sldIdLst>
        </p14:section>
        <p14:section name="Product" id="{90022346-2171-d356-4b77-74ba4623595b}">
          <p14:sldIdLst>
            <p14:sldId id="259"/>
            <p14:sldId id="260"/>
            <p14:sldId id="261"/>
          </p14:sldIdLst>
        </p14:section>
        <p14:section name="Why us" id="{a8d2b40b-ef10-669e-7fb1-3891f132cb58}">
          <p14:sldIdLst>
            <p14:sldId id="262"/>
            <p14:sldId id="263"/>
            <p14:sldId id="264"/>
          </p14:sldIdLst>
        </p14:section>
        <p14:section name="Demo" id="{085ac1ec-f17c-6918-50b8-36c77fe77989}">
          <p14:sldIdLst>
            <p14:sldId id="265"/>
          </p14:sldIdLst>
        </p14:section>
        <p14:section name="Roadmap" id="{2c5d5d5c-99a9-8564-5865-7ff58610e0a5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Demand forecasting and smart reordering for neighbourhood stores.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Kiranas, pharmacies and canteens reorder by gut feel Fast movers run out; customers walk to the next shop Perishables expire; festival spikes are missed Enterprise forecasting tools are costly, complex, online-only Key numbers: 1 crore+ kirana stores in India (approx., widely cited estimate); ~15% demand lost to empty shelves under gut feel (demo replay); 5-6x Diwali-week sweets demand vs a normal day (demo data).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Upload date, sku, qty - get a morning reorder list 4 models backtested per SKU; the best one wins Safety stock, reorder point, EOQ with shelf-life caps Every order explained with risk and rupees at stake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Auto model selection: Naive, moving avg, Holt-Winters, regression; rolling backtests pick the best. Festival-aware: Learns last Diwali/Pongal uplift per SKU and plans pre-orders. Smart reorder list: Qty, run-out risk, sales at risk and the maths behind each line. What-if service level: Slider shows holding cost vs lost margin and the optimum. ABC-XYZ + basket rules: Pareto x variability matrix and Apriori shelf/bundle advice. 90-day simulation: Replays real demand: gut feel vs StockSense, side by side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CSV / demo generator -&gt; validate, detect + impute stock-outs. Festival layer -&gt; learn uplift, de-festival, re-apply. 4 forecasting models -&gt; rolling-origin backtest -&gt; best per SKU + sigma. Inventory engine -&gt; safety stock, ROP, EOQ, perishable cap, risk in Rs. Simulator + ABC-XYZ + Apriori -&gt; JSON API (stdlib http.server). Vanilla JS dashboard -&gt; hand-drawn SVG charts, light/dark, mobile. Stack: Python 3 stdlib only, http.server JSON API, Vanilla HTML/CSS/JS, Hand-drawn SVG charts, Runs fully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Holt-Winters (additive, weekly, damped) - level, trend, weekday pattern. Ridge regression via Gaussian elimination - weekday, festival, promo effects. Rolling-origin backtesting - leak-free sMAPE/MAPE model selection. Acklam inverse normal - z-score for any service level. Safety stock z*sigma, ROP, EOQ sqrt(2DS/H) - reorder policy. Normal loss function G(z) - expected lost sales in rupees.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Explainable: every order traces to forecast, sigma, z and EOQ Honest evaluation: nested hold-out and leak-free simulation Indian retail realism: festivals, case packs, perishables, stock-outs Zero install, zero cloud: runs on a Rs 15k laptop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Compare: Gut-feel reordering vs Enterprise forecasting suites vs StockSense. Stock-out SKU-days (90-day sim): 309 / Not measured / 17. Explains every order: No / Partial / Yes. Festival-aware forecasts: Memory only / Yes / Yes. Setup effort: None / High / Upload one CSV. Cost / connectivity: ₹0 / Licence + cloud / ₹0 /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-41% forecast error vs seasonal naive (WAPE 28.4% vs 47.9%, hold-out); 309 -&gt; 17 stock-out SKU-days in 90-day replay vs gut feel; -49.5% total inventory cost (holding+ordering+waste+lost margin); 1.5 s full analysis of 40 SKUs x 400 days on a laptop. Impact: Fewer empty shelves: fill rate 84.9% -&gt; 99.6% (demo replay) Less food waste: 17% fewer expired units, fewer orders Small shops compete with quick-commerce without big software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Load demo data: 40 SKUs, 13 months, Diwali in 19 days 2. Trend chart: forecast band with learned Diwali spike 3. Reorder today: urgent items, row explains ROP and EOQ 4. Drag service-level slider: cost trade-off and optimum 5. SKU explorer (Sweets): leaderboard, +577% Diwali uplift 6. Simulation: 309 -&gt; 17 stock-out days, cost halved 7. ABC-XYZ and basket rules; upload your own CSV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Free offline single-store edition Rs 199-499/month (indicative) multi-store + WhatsApp orders White-label module for billing and distributor apps Pilot with campus canteens and FMCG distributors Next: Direct billing-app and barcode integration WhatsApp purchase orders per supplier with MOQs Batch-level expiry tracking with markdown advice Weather, exam and local-event demand features Regional festival calendars and Tamil/Hindi UI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StockSense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DATA SCIENCE &amp; ANALYTICS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StockSense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Demand forecasting and smart reordering for neighbourhood stores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StockSens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Kiranas, pharmacies and canteens reorder by gut feel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Fast movers run out; customers walk to the next shop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Perishables expire; festival spikes are missed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Enterprise forecasting tools are costly, complex, online-only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 crore+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kirana stores in India (approx., widely cited estimate)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~15%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demand lost to empty shelves under gut feel (demo replay)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5-6x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Diwali-week sweets demand vs a normal day (demo data)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StockSense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Upload date, sku, qty - get a morning reorder list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4 models backtested per SKU; the best one wins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Safety stock, reorder point, EOQ with shelf-life caps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Every order explained with risk and rupees at stake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StockSense screenshot: Reorder tod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8" name="Solution screenshot caption"/>
          <p:cNvSpPr txBox="1"/>
          <p:nvPr/>
        </p:nvSpPr>
        <p:spPr>
          <a:xfrm>
            <a:off x="6446520" y="4993767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Reorder today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Auto model selection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Naive, moving avg, Holt-Winters, regression; rolling backtests pick the best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Festival-aware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Learns last Diwali/Pongal uplift per SKU and plans pre-orders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Smart reorder list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Qty, run-out risk, sales at risk and the maths behind each line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What-if service level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Slider shows holding cost vs lost margin and the optimum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ABC-XYZ + basket rules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Pareto x variability matrix and Apriori shelf/bundle advice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90-day simulation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Replays real demand: gut feel vs StockSense, side by side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CSV / demo generator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validate, detect + impute stock-outs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Festival layer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learn uplift, de-festival, re-apply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4 forecasting models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rolling-origin backtest – best per SKU + sigma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Inventory engine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safety stock, ROP, EOQ, perishable cap, risk in Rs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Simulator + ABC-XYZ + Apriori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JSON API (stdlib http.server)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Vanilla JS dashboard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hand-drawn SVG charts, light/dark, mobile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stdlib only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http.server JSON API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Hand-drawn SVG charts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Runs fully offline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Holt-Winters (additive, weekly, damped)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level, trend, weekday pattern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Ridge regression via Gaussian elimination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weekday, festival, promo effects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Rolling-origin backtesting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leak-free sMAPE/MAPE model selection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Acklam inverse normal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z-score for any service level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Safety stock z*sigma, ROP, EOQ sqrt(2DS/H)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reorder policy</a:t>
            </a:r>
            <a:endParaRPr lang="en-US" sz="1700" dirty="0"/>
          </a:p>
        </p:txBody>
      </p:sp>
      <p:sp>
        <p:nvSpPr>
          <p:cNvPr id="18" name="Algorithm 6 card"/>
          <p:cNvSpPr/>
          <p:nvPr/>
        </p:nvSpPr>
        <p:spPr>
          <a:xfrm>
            <a:off x="6233008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9" name="Algorithm 6 number"/>
          <p:cNvSpPr txBox="1"/>
          <p:nvPr/>
        </p:nvSpPr>
        <p:spPr>
          <a:xfrm>
            <a:off x="6461608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Algorithm 6 text"/>
          <p:cNvSpPr txBox="1"/>
          <p:nvPr/>
        </p:nvSpPr>
        <p:spPr>
          <a:xfrm>
            <a:off x="7238848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Normal loss function G(z)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expected lost sales in rupees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Explainable: every order traces to forecast, sigma, z and EOQ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Honest evaluation: nested hold-out and leak-free simulation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Indian retail realism: festivals, case packs, perishables, stock-outs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Zero install, zero cloud: runs on a Rs 15k laptop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How we compare</a:t>
            </a:r>
            <a:endParaRPr lang="en-US" sz="3600" dirty="0"/>
          </a:p>
        </p:txBody>
      </p:sp>
      <p:graphicFrame>
        <p:nvGraphicFramePr>
          <p:cNvPr id="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2448458"/>
                <a:gridCol w="2448458"/>
                <a:gridCol w="2448458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Gut-feel reordering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forecasting suites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StockSense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Stock-out SKU-days (90-day sim)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measured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Explains every order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Festival-aware forecasts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effort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 one CSV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/ connectivity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 + cloud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 / offline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-41%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forecast error vs seasonal naive (WAPE 28.4% vs 47.9%, hold-out)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6"/>
                </a:solidFill>
              </a:rPr>
              <a:t>309 -&gt; 17</a:t>
            </a:r>
            <a:endParaRPr lang="en-US" sz="30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stock-out SKU-days in 90-day replay vs gut feel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-49.5%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total inventory cost (holding+ordering+waste+lost margin)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1.5 s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full analysis of 40 SKUs x 400 days on a laptop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Fewer empty shelves: fill rate 84.9% -&gt; 99.6% (demo replay)  ·  Less food waste: 17% fewer expired units, fewer orders  ·  Small shops compete with quick-commerce without big software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35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Load demo data: 40 SKUs, 13 months, Diwali in 19 days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06654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Trend chart: forecast band with learned Diwali spike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2825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761488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Reorder today: urgent items, row explains ROP and EOQ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456432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Drag service-level slider: cost trade-off and optimum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2153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151376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SKU explorer (Sweets): leaderboard, +577% Diwali uplift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4910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4910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484632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Simulation: 309 -&gt; 17 stock-out days, cost halved</a:t>
            </a:r>
            <a:endParaRPr lang="en-US" sz="1600" dirty="0"/>
          </a:p>
        </p:txBody>
      </p:sp>
      <p:sp>
        <p:nvSpPr>
          <p:cNvPr id="21" name="Step 7 dot"/>
          <p:cNvSpPr/>
          <p:nvPr/>
        </p:nvSpPr>
        <p:spPr>
          <a:xfrm>
            <a:off x="548640" y="5605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tep 7 number"/>
          <p:cNvSpPr txBox="1"/>
          <p:nvPr/>
        </p:nvSpPr>
        <p:spPr>
          <a:xfrm>
            <a:off x="548640" y="5605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Step 7 text"/>
          <p:cNvSpPr txBox="1"/>
          <p:nvPr/>
        </p:nvSpPr>
        <p:spPr>
          <a:xfrm>
            <a:off x="1234440" y="554126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ABC-XYZ and basket rules; upload your own CSV</a:t>
            </a:r>
            <a:endParaRPr lang="en-US" sz="1600" dirty="0"/>
          </a:p>
        </p:txBody>
      </p:sp>
      <p:sp>
        <p:nvSpPr>
          <p:cNvPr id="24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5" name="Demo screenshot" descr="StockSense screenshot: SKU explor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6" name="Demo screenshot caption"/>
          <p:cNvSpPr txBox="1"/>
          <p:nvPr/>
        </p:nvSpPr>
        <p:spPr>
          <a:xfrm>
            <a:off x="6583680" y="488061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SKU explorer</a:t>
            </a:r>
            <a:endParaRPr lang="en-US" sz="1200" dirty="0"/>
          </a:p>
        </p:txBody>
      </p:sp>
      <p:sp>
        <p:nvSpPr>
          <p:cNvPr id="27" name="Run command"/>
          <p:cNvSpPr txBox="1"/>
          <p:nvPr/>
        </p:nvSpPr>
        <p:spPr>
          <a:xfrm>
            <a:off x="6583680" y="524637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http://localhost:8012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offline single-store edition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Rs 199-499/month (indicative) multi-store + WhatsApp orders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White-label module for billing and distributor apps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Pilot with campus canteens and FMCG distributors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Direct billing-app and barcode integration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WhatsApp purchase orders per supplier with MOQs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Batch-level expiry tracking with markdown advice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Weather, exam and local-event demand features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Regional festival calendars and Tamil/Hindi UI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StockSense · Demand forecasting and smart reordering for neighbourhood stores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https://github.com/jayeskumar/a/tree/claude/confident-fermi-dpeh2g/projects/12-stocksense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projects/12-stocksense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  <p:sp>
        <p:nvSpPr>
          <p:cNvPr id="6" name="QR card"/>
          <p:cNvSpPr/>
          <p:nvPr/>
        </p:nvSpPr>
        <p:spPr>
          <a:xfrm>
            <a:off x="9098280" y="123444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</p:spPr>
      </p:sp>
      <p:pic>
        <p:nvPicPr>
          <p:cNvPr id="7" name="QR code" descr="QR code linking to the project's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331720" cy="2331720"/>
          </a:xfrm>
          <a:prstGeom prst="rect">
            <a:avLst/>
          </a:prstGeom>
        </p:spPr>
      </p:pic>
      <p:sp>
        <p:nvSpPr>
          <p:cNvPr id="8" name="QR caption"/>
          <p:cNvSpPr txBox="1"/>
          <p:nvPr/>
        </p:nvSpPr>
        <p:spPr>
          <a:xfrm>
            <a:off x="9098280" y="37673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Scan for the code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ockSense QUANTIX">
  <a:themeElements>
    <a:clrScheme name="StockSense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EA580C"/>
      </a:accent1>
      <a:accent2>
        <a:srgbClr val="FCEBE2"/>
      </a:accent2>
      <a:accent3>
        <a:srgbClr val="983908"/>
      </a:accent3>
      <a:accent4>
        <a:srgbClr val="5B6478"/>
      </a:accent4>
      <a:accent5>
        <a:srgbClr val="3C2020"/>
      </a:accent5>
      <a:accent6>
        <a:srgbClr val="F3A379"/>
      </a:accent6>
      <a:hlink>
        <a:srgbClr val="BB460A"/>
      </a:hlink>
      <a:folHlink>
        <a:srgbClr val="5B6478"/>
      </a:folHlink>
    </a:clrScheme>
    <a:fontScheme name="StockSense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StockSense – Demand forecasting and smart reordering for neighbourhood stores</dc:title>
  <dc:subject>QUANTIX 2K26 · Data Science &amp; Analytics</dc:subject>
  <dc:creator>Your Team Name</dc:creator>
  <cp:lastModifiedBy>Your Team Name</cp:lastModifiedBy>
  <cp:revision>1</cp:revision>
  <dcterms:created xsi:type="dcterms:W3CDTF">2026-10-20T09:43:20Z</dcterms:created>
  <dcterms:modified xsi:type="dcterms:W3CDTF">2026-10-20T09:43:20Z</dcterms:modified>
</cp:coreProperties>
</file>