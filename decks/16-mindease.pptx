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3a81d86-bf3a-539d-f063-c3fc9f3afacb}">
          <p14:sldIdLst>
            <p14:sldId id="256"/>
          </p14:sldIdLst>
        </p14:section>
        <p14:section name="Problem &amp; solution" id="{7f4f8a98-7d3b-f6dc-7c36-5c581cff17fa}">
          <p14:sldIdLst>
            <p14:sldId id="257"/>
            <p14:sldId id="258"/>
          </p14:sldIdLst>
        </p14:section>
        <p14:section name="Product" id="{2003fd9a-978c-de76-3c13-2e86ee946b2b}">
          <p14:sldIdLst>
            <p14:sldId id="259"/>
            <p14:sldId id="260"/>
            <p14:sldId id="261"/>
          </p14:sldIdLst>
        </p14:section>
        <p14:section name="Why us" id="{9ded53ee-01ef-ba68-984f-6556ede6fd26}">
          <p14:sldIdLst>
            <p14:sldId id="262"/>
            <p14:sldId id="263"/>
          </p14:sldIdLst>
        </p14:section>
        <p14:section name="Demo" id="{a8cb1c60-c38e-3242-9636-64b8cc9ea9aa}">
          <p14:sldIdLst>
            <p14:sldId id="264"/>
          </p14:sldIdLst>
        </p14:section>
        <p14:section name="Roadmap" id="{dedf7d34-de8a-420b-aaf2-3eac53e0c6a7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A private, early-support companion for student mental wellbeing.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Exam stress, anxiety and low mood in students often go unnoticed Stigma stops students from walking into the counselling room Counsellors get no early signal until a crisis Help-seeking info is hard to find at the moment it's needed Key numbers: ~13,000 student suicides a year in India (NCRB ADSI 2021-22, approx.); 70–92% treatment gap for mental disorders in India (NMHS 2015-16); 1 in 2 mental health conditions begin by age 14 (WHO).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Private daily journal plus PHQ-9 / GAD-7 check-ins, in English and Tanglish Explainable engine notices dips vs your own baseline, kindly Instant support screen with Tele-MANAS 14416 and 112 when risk words appear Counsellors see only opt-in, pseudonymous aggregates and alerts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PHQ-9 &amp; GAD-7: Standard wording and bands; item 9 &gt; 0 opens a support screen at once. Explainable journal: Lexicon sentiment with negation, emoji, Tanglish; shows why, never diagnoses. Personal trends: CUSUM + dip run vs your usual: 'your mood has dipped for 5 days'. Offline toolkit: Box breathing, 5-4-3-2-1 grounding, Pomodoro exam planner, sleep tips. Prepare to talk: Turns a few taps into words to say to a friend, parent or counsellor. Counsellor view: Opt-in pseudonymous aggregates, small-cell suppression, alert follow-up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UI (vanilla JS, inline SVG) -&gt; student and counsellor views. app.py ThreadingHTTPServer -&gt; JSON API, demo PIN role check. questionnaires.py -&gt; PHQ-9 / GAD-7 scoring, bands, item-9 rule. sentiment.py + safety.py -&gt; tone, emotions, concerning phrases. trends.py -&gt; rolling means, CUSUM, dip run, OLS slope. store.py -&gt; consent-aware state in data/state.json. Stack: Python 3 stdlib, http.server, Vanilla HTML/CSS/JS, Inline SVG charts, unittest (100 tests).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PHQ-9 / GAD-7 – published 0-3 scoring and severity bands. Lexicon sentiment – valence, negation, intensifiers, 'but', emoji. Safety net – 41 phrase rules + first-person co-occurrence layer. One-sided CUSUM – small persistent dips vs personal baseline. OLS slope t-test – supporting trend evidence. Greedy Pomodoro allocation – need x urgency, sleep protected.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Safety-first: crisis help one tap away on every screen Explainable, offline, no cloud: journal never leaves the laptop Understands Tanglish and emoji the way students actually write Early signal for counsellors without surveillance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78% sentiment accuracy, 50 untuned sentences (word count: 70%); 24/24 direct risk phrases caught, 0/22 false alarms; 8/10 indirect; 90% · 3% sim. mood dips flagged · false alarms per stable week; 0.1 ms to analyse one journal entry (pure Python). Impact: Earlier, stigma-free first step towards help Counsellors spot exam-time spikes and plan outreach Crisis numbers always visible, never buried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Load demo data: Ananya's 3-week journal, 60-student cohort 2. Today: 'mood dipped for 5 days', tap Why? to see CUSUM 3. Journal example: 'killing me' ignored, hopeless phrase noticed 4. Gentle support screen: Tele-MANAS 14416, 112, counsellor 5. Check-in: item 9 answer opens support instantly 6. Toolkit: box breathing and Pomodoro exam plan 7. Counsellor (PIN 2468): exam spike, acknowledge alert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for students, always College licence for the counsellor dashboard Deploy via student-welfare and NSS/CSR programmes Paid add-ons: SSO, multi-campus reports, local languages Next: Validate with the counselling cell under ethics approval Official Tamil/Hindi PHQ-9 and GAD-7 translations Larger, multi-rater Tanglish lexicon Encrypted on-device storage as a mobile PWA Trained peer-listener matching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MindEase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HEALTHTECH &amp; BIOMEDICAL INNOVATION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MindEase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 private, early-support companion for student mental wellbeing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MindEa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Exam stress, anxiety and low mood in students often go unnoticed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Stigma stops students from walking into the counselling room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Counsellors get no early signal until a crisis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Help-seeking info is hard to find at the moment it's needed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~13,000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student suicides a year in India (NCRB ADSI 2021-22, 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70–92%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treatment gap for mental disorders in India (NMHS 2015-16)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 in 2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mental health conditions begin by age 14 (WHO)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MindEase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Private daily journal plus PHQ-9 / GAD-7 check-ins, in English and Tanglish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Explainable engine notices dips vs your own baseline, kindly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Instant support screen with Tele-MANAS 14416 and 112 when risk words appear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Counsellors see only opt-in, pseudonymous aggregates and alerts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MindEase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PHQ-9 &amp; GAD-7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Standard wording and bands; item 9 &gt; 0 opens a support screen at once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Explainable journal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Lexicon sentiment with negation, emoji, Tanglish; shows why, never diagnoses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Personal trends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CUSUM + dip run vs your usual: 'your mood has dipped for 5 days'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Offline toolkit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Box breathing, 5-4-3-2-1 grounding, Pomodoro exam planner, sleep tips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Prepare to talk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Turns a few taps into words to say to a friend, parent or counsellor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Counsellor view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Opt-in pseudonymous aggregates, small-cell suppression, alert follow-up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UI (vanilla JS, inline SVG)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student and counsellor views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 ThreadingHTTPServer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API, demo PIN role check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questionnaires.py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PHQ-9 / GAD-7 scoring, bands, item-9 rule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sentiment.py + safety.py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tone, emotions, concerning phrases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trends.py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rolling means, CUSUM, dip run, OLS slope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store.py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consent-aware state in data/state.json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http.server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Inline 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 (100 tests)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PHQ-9 / GAD-7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published 0-3 scoring and severity bands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Lexicon sentiment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valence, negation, intensifiers, 'but', emoji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Safety net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41 phrase rules + first-person co-occurrence layer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One-sided CUSUM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small persistent dips vs personal baseline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OLS slope t-test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supporting trend evidence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Greedy Pomodoro allocation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need x urgency, sleep protected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Safety-first: crisis help one tap away on every screen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Explainable, offline, no cloud: journal never leaves the laptop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Understands Tanglish and emoji the way students actually write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Early signal for counsellors without surveillance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78%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sentiment accuracy, 50 untuned sentences (word count: 70%)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24/24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direct risk phrases caught, 0/22 false alarms; 8/10 indirect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90% · 3%</a:t>
            </a:r>
            <a:endParaRPr lang="en-US" sz="3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sim. mood dips flagged · false alarms per stable week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0.1 ms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to analyse one journal entry (pure Python)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Earlier, stigma-free first step towards help  ·  Counsellors spot exam-time spikes and plan outreach  ·  Crisis numbers always visible, never buried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Load demo data: Ananya's 3-week journal, 60-student cohort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Today: 'mood dipped for 5 days', tap Why? to see CUSUM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Journal example: 'killing me' ignored, hopeless phrase noticed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Gentle support screen: Tele-MANAS 14416, 112, counsellor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Check-in: item 9 answer opens support instantly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Toolkit: box breathing and Pomodoro exam plan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Counsellor (PIN 2468): exam spike, acknowledge alert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MindEa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for students, always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College licence for the counsellor dashboard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Deploy via student-welfare and NSS/CSR programmes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Paid add-ons: SSO, multi-campus reports, local languages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Validate with the counselling cell under ethics approval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Official Tamil/Hindi PHQ-9 and GAD-7 translations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Larger, multi-rater Tanglish lexicon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Encrypted on-device storage as a mobile PWA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Trained peer-listener matching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MindEase · A private, early-support companion for student mental wellbeing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https://github.com/jayeskumar/a/tree/claude/confident-fermi-dpeh2g/projects/16-mindease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projects/16-mindease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dEase QUANTIX">
  <a:themeElements>
    <a:clrScheme name="MindEase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0D9488"/>
      </a:accent1>
      <a:accent2>
        <a:srgbClr val="E2F2F1"/>
      </a:accent2>
      <a:accent3>
        <a:srgbClr val="086058"/>
      </a:accent3>
      <a:accent4>
        <a:srgbClr val="5B6478"/>
      </a:accent4>
      <a:accent5>
        <a:srgbClr val="0B2D3C"/>
      </a:accent5>
      <a:accent6>
        <a:srgbClr val="7AC4BE"/>
      </a:accent6>
      <a:hlink>
        <a:srgbClr val="0A766D"/>
      </a:hlink>
      <a:folHlink>
        <a:srgbClr val="5B6478"/>
      </a:folHlink>
    </a:clrScheme>
    <a:fontScheme name="MindEase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MindEase – A private, early-support companion for student mental wellbeing</dc:title>
  <dc:subject>QUANTIX 2K26 · HealthTech &amp; Biomedical Innovation</dc:subject>
  <dc:creator>Your Team Name</dc:creator>
  <cp:lastModifiedBy>Your Team Name</cp:lastModifiedBy>
  <cp:revision>1</cp:revision>
  <dcterms:created xsi:type="dcterms:W3CDTF">2026-10-20T06:29:49Z</dcterms:created>
  <dcterms:modified xsi:type="dcterms:W3CDTF">2026-10-20T06:29:49Z</dcterms:modified>
</cp:coreProperties>
</file>