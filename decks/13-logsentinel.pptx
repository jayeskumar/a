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9384b7-da94-7eea-b132-ac3892f7abb6}">
          <p14:sldIdLst>
            <p14:sldId id="256"/>
          </p14:sldIdLst>
        </p14:section>
        <p14:section name="Problem &amp; solution" id="{34d192f1-ac04-f95f-35ff-f55c9c4ed824}">
          <p14:sldIdLst>
            <p14:sldId id="257"/>
            <p14:sldId id="258"/>
          </p14:sldIdLst>
        </p14:section>
        <p14:section name="Product" id="{3ee80703-f9b5-127c-d6c9-d41eca708cee}">
          <p14:sldIdLst>
            <p14:sldId id="259"/>
            <p14:sldId id="260"/>
            <p14:sldId id="261"/>
          </p14:sldIdLst>
        </p14:section>
        <p14:section name="Why us" id="{5eb83059-02c9-fe91-ae83-b76ff2aec250}">
          <p14:sldIdLst>
            <p14:sldId id="262"/>
            <p14:sldId id="263"/>
          </p14:sldIdLst>
        </p14:section>
        <p14:section name="Demo" id="{0bcabe12-9d7b-12c1-a5cb-920c41cee010}">
          <p14:sldIdLst>
            <p14:sldId id="264"/>
          </p14:sldIdLst>
        </p14:section>
        <p14:section name="Roadmap" id="{4c412111-dd63-f706-b1d3-48707fa00842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A pocket SOC: detect attacks hiding in your server logs.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Colleges and small businesses run web + SSH servers with zero security monitoring. Commercial SIEMs are costly, cloud-tied and complex to operate. Brute force, SQLi and scans sit in logs that nobody ever reads. By the time a breach is noticed, the attacker is already inside. Key numbers: 0 false positives on a benign-only log (measured); 100% attacks detected in the demo (11/11, measured); ~89k log lines/sec parsed on a laptop (approx.).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Auto-detects Apache/Nginx, auth.log and firewall logs; robust to bad lines. Signatures + sliding-window correlation + statistical anomaly detection. Every alert: evidence, MITRE ATT&amp;CK mapping and a response playbook. Groups alerts into incidents with a kill-chain timeline; exports a blocklist.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Three-layer engine: Signatures, stateful correlation and EWMA anomaly - all from scratch. MITRE ATT&amp;CK: Each alert maps to a technique ID with a why-it-fired note. Incident timelines: Alerts from one IP merged into a kill-chain story. Live tail replay: Streams the log at speed, lighting up attacks as they land. Bring your own log: Paste or upload a real log; format auto-detected per line. Actionable export: iptables / fail2ban blocklist + Markdown/HTML 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Parsers -&gt; normalize web/SSH/firewall lines into one event type. Signatures -&gt; URL-decode then regex for SQLi/XSS/traversal/scanners. Correlation -&gt; sliding windows: brute force, spraying, compromise, scans. Anomaly -&gt; per-IP EWMA + z-score on request rate, UA/path novelty. Incidents -&gt; group by IP+time into a kill-chain timeline. stdlib http.server -&gt; JSON API + vanilla JS console dashboard. Stack: Python 3 standard library (http.server, re, urllib, datetime), Vanilla HTML/CSS/JS, hand-drawn inline-SVG charts, No pip, no CDN, no network - runs offline on a cheap laptop, Deterministic log generator with ground-truth labels for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URL-decoding signature matching - defeats percent/double-encoding evasion. Sliding-window correlation - N events in T seconds, distinct-key counts. EWMA mean + variance with z-score - per-IP request-rate anomalies. Credential-stuffing vs spraying - invalid-user ratio splits the two. Kill-chain incident grouping - phase-ordered timeline per source IP.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Explainable by design - every alert shows evidence + the rule + MITRE why. Three complementary detectors catch known AND novel attacks. Ships its own labelled attack dataset, so accuracy is measured, not claimed. Never touches your firewall - it hands you a blocklist to review and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100% recall across 11 labelled attack types; 100% detection precision (IP-level, 0 false alerts); 0 false positives on 11.9k benign lines; ~89k/s parse throughput, lines/sec (approx.). Impact: Free, offline security monitoring for orgs that can afford none. Turns ignored logs into an early-warning system before a breach spreads. Teaches SOC concepts (MITRE, kill-chain) - a learning tool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Open the dashboard - demo log is already analysed (12k lines, 16 alerts). 2. Overview: severity donut, top attacker IPs, requests/min with red anomaly markers. 3. Incidents: open INC for 192.0.2.77 - see stuffing -&gt; compromise -&gt; sudo kill-chain. 4. Alerts: filter to SQL Injection, open one, read decoded payload + MITRE + fix. 5. Live tail: hit Play - watch attacks light up in the streaming console. 6. Evaluation tab: 100% recall / precision, 0 benign FPs, throughput. 7. Export a blocklist, then Upload log to analyse a judge's own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Open-core: free self-hosted tool; paid support + managed rules for SMBs. Campus/MSP tier: one install watches many hosts via shipped logs. Rule packs and MITRE-aligned reports as a subscription add-on. Near-zero running cost - stdlib Python, no infra to rent. Next: Live log tailing from files/journald instead of replay. GeoIP and ASN enrichment for attacker context (offline DB). Optional fail2ban/iptables apply with human approval. More sources: IIS, Postfix, Windows Event Log, Kubernetes audit. Tunable rule editor and alert suppression lists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LogSentinel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CYBERSECURITY &amp; BLOCKCHAIN TECHNOLOGY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LogSentinel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pocket SOC: detect attacks hiding in your server logs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LogSentine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Colleges and small businesses run web + SSH servers with zero security monitoring.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Commercial SIEMs are costly, cloud-tied and complex to operate.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Brute force, SQLi and scans sit in logs that nobody ever reads.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By the time a breach is noticed, the attacker is already inside.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false positives on a benign-only log (measured)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100%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attacks detected in the demo (11/11, measured)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~89k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lines/sec parsed on a laptop (approx.)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LogSentinel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Auto-detects Apache/Nginx, auth.log and firewall logs; robust to bad lines.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Signatures + sliding-window correlation + statistical anomaly detection.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alert: evidence, MITRE ATT&amp;CK mapping and a response playbook.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Groups alerts into incidents with a kill-chain timeline; exports a blocklist.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LogSentinel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Three-layer engine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Signatures, stateful correlation and EWMA anomaly - all from scratch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MITRE ATT&amp;CK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alert maps to a technique ID with a why-it-fired note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Incident timelines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Alerts from one IP merged into a kill-chain story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tail replay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Streams the log at speed, lighting up attacks as they land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Bring your own log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Paste or upload a real log; format auto-detected per line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Actionable export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iptables / fail2ban blocklist + Markdown/HTML report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Parsers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normalize web/SSH/firewall lines into one event type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Signatures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URL-decode then regex for SQLi/XSS/traversal/scanners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Correlation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sliding windows – brute force, spraying, compromise, scans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Anomaly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per-IP EWMA + z-score on request rate, UA/path novelty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Incidents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group by IP+time into a kill-chain timeline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stdlib http.server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 + vanilla JS console dashboard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standard library (http.server, re, urllib, datetime)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HTML/CSS/JS, hand-drawn inline-SVG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pip, no CDN, no network - runs offline on a cheap laptop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Deterministic log generator with ground-truth labels for evaluation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URL-decoding signature matching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defeats percent/double-encoding evasion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Sliding-window correlation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 events in T seconds, distinct-key counts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EWMA mean + variance with z-score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per-IP request-rate anomalies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Credential-stuffing vs spraying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invalid-user ratio splits the two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Kill-chain incident grouping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phase-ordered timeline per source IP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Explainable by design - every alert shows evidence + the rule + MITRE why.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Three complementary detectors catch known AND novel attacks.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Ships its own labelled attack dataset, so accuracy is measured, not claimed.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Never touches your firewall - it hands you a blocklist to review and apply.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100%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recall across 11 labelled attack types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100%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detection precision (IP-level, 0 false alerts)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false positives on 11.9k benign lines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~89k/s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parse throughput, lines/sec (approx.)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Free, offline security monitoring for orgs that can afford none.  ·  Turns ignored logs into an early-warning system before a breach spreads.  ·  Teaches SOC concepts (MITRE, kill-chain) - a learning tool for students.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the dashboard - demo log is already analysed (12k lines, 16 alerts).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Overview: severity donut, top attacker IPs, requests/min with red anomaly markers.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Incidents: open INC for 192.0.2.77 - see stuffing -&gt; compromise -&gt; sudo kill-chain.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Alerts: filter to SQL Injection, open one, read decoded payload + MITRE + fix.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Live tail: hit Play - watch attacks light up in the streaming console.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Evaluation tab: 100% recall / precision, 0 benign FPs, throughput.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Export a blocklist, then Upload log to analyse a judge's own file.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LogSentine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Open-core: free self-hosted tool; paid support + managed rules for SMBs.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Campus/MSP tier: one install watches many hosts via shipped logs.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Rule packs and MITRE-aligned reports as a subscription add-on.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Near-zero running cost - stdlib Python, no infra to rent.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log tailing from files/journald instead of replay.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GeoIP and ASN enrichment for attacker context (offline DB).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Optional fail2ban/iptables apply with human approval.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sources: IIS, Postfix, Windows Event Log, Kubernetes audit.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Tunable rule editor and alert suppression lists in the UI.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LogSentinel · A pocket SOC: detect attacks hiding in your server logs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https://github.com/jayeskumar/a/tree/claude/confident-fermi-dpeh2g/projects/13-logsentinel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projects/13-logsentinel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Sentinel QUANTIX">
  <a:themeElements>
    <a:clrScheme name="LogSentinel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22C55E"/>
      </a:accent1>
      <a:accent2>
        <a:srgbClr val="E4F8EC"/>
      </a:accent2>
      <a:accent3>
        <a:srgbClr val="16803D"/>
      </a:accent3>
      <a:accent4>
        <a:srgbClr val="5B6478"/>
      </a:accent4>
      <a:accent5>
        <a:srgbClr val="103832"/>
      </a:accent5>
      <a:accent6>
        <a:srgbClr val="85DFA6"/>
      </a:accent6>
      <a:hlink>
        <a:srgbClr val="1B9E4B"/>
      </a:hlink>
      <a:folHlink>
        <a:srgbClr val="5B6478"/>
      </a:folHlink>
    </a:clrScheme>
    <a:fontScheme name="LogSentinel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LogSentinel – A pocket SOC: detect attacks hiding in your server logs</dc:title>
  <dc:subject>QUANTIX 2K26 · Cybersecurity &amp; Blockchain Technology</dc:subject>
  <dc:creator>Your Team Name</dc:creator>
  <cp:lastModifiedBy>Your Team Name</cp:lastModifiedBy>
  <cp:revision>1</cp:revision>
  <dcterms:created xsi:type="dcterms:W3CDTF">2026-10-20T06:29:49Z</dcterms:created>
  <dcterms:modified xsi:type="dcterms:W3CDTF">2026-10-20T06:29:49Z</dcterms:modified>
</cp:coreProperties>
</file>