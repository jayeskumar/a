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b8b505f-5cf4-37ed-c13b-2be11bed2ff6}">
          <p14:sldIdLst>
            <p14:sldId id="256"/>
          </p14:sldIdLst>
        </p14:section>
        <p14:section name="Problem &amp; solution" id="{a79acb23-e5ae-de3d-fe44-444f0f11ffdf}">
          <p14:sldIdLst>
            <p14:sldId id="257"/>
            <p14:sldId id="258"/>
          </p14:sldIdLst>
        </p14:section>
        <p14:section name="Product" id="{4bfd28a3-7c55-0be1-a0e4-4c139790019d}">
          <p14:sldIdLst>
            <p14:sldId id="259"/>
            <p14:sldId id="260"/>
            <p14:sldId id="261"/>
          </p14:sldIdLst>
        </p14:section>
        <p14:section name="Why us" id="{778eff31-1c03-7d07-38e5-e234408d48c4}">
          <p14:sldIdLst>
            <p14:sldId id="262"/>
            <p14:sldId id="263"/>
            <p14:sldId id="264"/>
          </p14:sldIdLst>
        </p14:section>
        <p14:section name="Demo" id="{20d78c9b-ef20-728b-bb41-bf40125d79a7}">
          <p14:sldIdLst>
            <p14:sldId id="265"/>
          </p14:sldIdLst>
        </p14:section>
        <p14:section name="Roadmap" id="{21e32e5d-c478-e632-5c2e-90cd940508f2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Hyperlocal air quality: know before you breathe.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One official station often stands in for a whole town Homes by highways, industry and burning fields have no local data Cheap sensors are noisy, drift and over-read in humid air People find out the air was bad only after breathing it Key numbers: ~7 million premature deaths a year linked to air pollution (approx., WHO); ~130 Indian cities in the National Clean Air Programme (approx., NCAP); 42% of unhealthy hours the single station missed (our demo town).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Calibrates every low-cost sensor against a reference station Catches stuck, spiking and drifting sensors automatically CPCB AQI heat map with uncertainty for any spot in town 24-hour forecast with personal alerts and the best time to 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Sensor calibration: Humidity-growth fix + regression per sensor: RMSE 43.6 to 2.4 ug/m3. CPCB AQI engine: 7 pollutants, official breakpoints, 24-h/8-h rules, 3-pollutant check. Live heat map: IDW + kriging; click any spot for AQI with a 90% interval. Self-checking network: Flags stuck, spiking and drifting sensors and says which rule fired. Forecast &amp; alerts: Next 24 h for asthma, children, outdoor workers + best hour to run. Source hints: Pollution roses and upwind rays pin the industrial cluster to 0.2 km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25 PM sensors + 2 reference stations -&gt; hourly CSV. calibration.py -&gt; kappa-Koehler humidity fix + MLR per sensor. faults.py -&gt; stuck, spike, drift vs neighbours' median. aqi.py -&gt; CPCB sub-indices, averaging and validity rules. interpolate.py / forecast.py / sources.py -&gt; map, 24 h, source hints. app.py stdlib JSON API -&gt; vanilla JS canvas map + SVG charts. Stack: Python 3 standard library only, http.server ThreadingHTTPServer, Vanilla HTML/CSS/JS, Canvas heat map, hand-drawn SVG charts, unittest (65 tests), Runs fully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CPCB piecewise-linear sub-index - India National AQI. kappa-Koehler growth + multiple linear regression - calibration. Robust z-scores (median/MAD) - stuck, spike and drift detection. IDW and ordinary kriging with fitted variogram - heat map + uncertainty. Seasonal profile + AR + weather regression - 24-hour forecast. Pollution rose + upwind CWT rays - likely sources.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Turns ~Rs 5k sensors into near-reference data with explainable maths The network checks itself: every flag names the rule that fired Every map pixel has an uncertainty, not just a colour Forecast-driven personal alerts before exposure, not after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Compare: One official station vs Raw low-cost sensors vs AirSense. Street-level coverage: No / Yes / Yes, heat map. Reading quality: Reference grade / Drifts, over-reads / Calibrated to ref.. Flags faulty sensors: Manual QA / No / Yes, automatic. 24-h forecast + personal alerts: No / No / Yes. Explains each number: No / No /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-94% PM2.5 calibration RMSE vs reference (43.6 to 2.4 ug/m3); 95% / 100% fault precision / recall vs 20 injected faults; -63% 24-h forecast MAE vs persistence (6.0 vs 16.1 ug/m3); 0.2 km industrial cluster located from wind data alone. Impact: Sensitive people get a warning hours before peaks, not after Schools can move PE and assembly to the cleanest hours Pollution boards see hotspots and likely sources to inspect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Click Run demo - data regenerated, all models retrained in ~2.5 s 2. Festival night playback: hourly AQI turns Severe in the town centre 3. Rain spell: raw sensors over-read, calibrated values track the reference 4. Click an empty spot: kriging AQI with a 90% interval and its 'why' 5. Sensors &amp; QA: a drifting sensor and the rule that flagged it 6. Forecast &amp; health: switch to Asthma, read the alert and best run time 7. Model report: calibration, faults, forecast and map accuracy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open-source core for colleges, RWAs and NGOs Per-sensor subscription for municipalities: calibration, QA, alerts Fence-line monitoring package for industrial estates CSR-funded school networks with branded dashboards Next: Live ESP32 + PMS sensor firmware with MQTT upload Gas sensors (NO2, O3) with their own calibration WhatsApp / SMS alerts in Tamil and English Satellite and traffic data as forecast inputs Automatic re-calibration using the reference as a moving anchor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AirSense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SUSTAINABILITY, CLEANTECH &amp; GREEN ENERGY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AirSense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Hyperlocal air quality: know before you breathe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AirSens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One official station often stands in for a whole town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Homes by highways, industry and burning fields have no local data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Cheap sensors are noisy, drift and over-read in humid air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People find out the air was bad only after breathing it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~7 million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premature deaths a year linked to air pollution (approx., WHO)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~130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Indian cities in the National Clean Air Programme (approx., NCAP)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42%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unhealthy hours the single station missed (our demo town)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AirSense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Calibrates every low-cost sensor against a reference station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Catches stuck, spiking and drifting sensors automatically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CPCB AQI heat map with uncertainty for any spot in town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24-hour forecast with personal alerts and the best time to run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AirSense screenshot: Sensors &amp; Q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8" name="Solution screenshot caption"/>
          <p:cNvSpPr txBox="1"/>
          <p:nvPr/>
        </p:nvSpPr>
        <p:spPr>
          <a:xfrm>
            <a:off x="6446520" y="4993767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▸ </a:t>
            </a:r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Sensors &amp; QA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Sensor calibration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Humidity-growth fix + regression per sensor: RMSE 43.6 to 2.4 ug/m3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CPCB AQI engine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7 pollutants, official breakpoints, 24-h/8-h rules, 3-pollutant check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heat map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IDW + kriging; click any spot for AQI with a 90% interval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Self-checking network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Flags stuck, spiking and drifting sensors and says which rule fired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Forecast &amp; alerts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Next 24 h for asthma, children, outdoor workers + best hour to run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Source hints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Pollution roses and upwind rays pin the industrial cluster to 0.2 km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25 PM sensors + 2 reference stations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hourly CSV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calibration.py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kappa-Koehler humidity fix + MLR per sensor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faults.py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stuck, spike, drift vs neighbours' median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aqi.py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CPCB sub-indices, averaging and validity rules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interpolate.py / forecast.py / sources.py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map, 24 h, source hints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 stdlib JSON API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vanilla JS canvas map + SVG charts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standard library only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http.server ThreadingHTTPServer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Canvas heat map, hand-drawn SVG charts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 (65 tests)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fully offline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CPCB piecewise-linear sub-index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India National AQI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kappa-Koehler growth + multiple linear regression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calibration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Robust z-scores (median/MAD)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stuck, spike and drift detection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IDW and ordinary kriging with fitted variogram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heat map + uncertainty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Seasonal profile + AR + weather regression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24-hour forecast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Pollution rose + upwind CWT rays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likely sources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Turns ~Rs 5k sensors into near-reference data with explainable maths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The network checks itself: every flag names the rule that fired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Every map pixel has an uncertainty, not just a colour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Forecast-driven personal alerts before exposure, not after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we compare</a:t>
            </a:r>
            <a:endParaRPr lang="en-US" sz="3600" dirty="0"/>
          </a:p>
        </p:txBody>
      </p:sp>
      <p:graphicFrame>
        <p:nvGraphicFramePr>
          <p:cNvPr id="9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448458"/>
                <a:gridCol w="2448458"/>
                <a:gridCol w="2448458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official station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low-cost sensors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AirSense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Street-level coverage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Yes, heat map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quality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grade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Drifts, over-reads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to ref.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faulty sensors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QA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Yes, automatic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24-h forecast + personal alerts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each 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9AA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36576" marB="36576" anchor="ctr">
                    <a:lnL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-94%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PM2.5 calibration RMSE vs reference (43.6 to 2.4 ug/m3)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95% / 100%</a:t>
            </a:r>
            <a:endParaRPr lang="en-US" sz="24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fault precision / recall vs 20 injected faults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-63%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24-h forecast MAE vs persistence (6.0 vs 16.1 ug/m3)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0.2 km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industrial cluster located from wind data alone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Sensitive people get a warning hours before peaks, not after  ·  Schools can move PE and assembly to the cleanest hours  ·  Pollution boards see hotspots and likely sources to inspect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Click Run demo - data regenerated, all models retrained in ~2.5 s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130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06654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Festival night playback: hourly AQI turns Severe in the town centre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2825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76148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Rain spell: raw sensors over-read, calibrated values track the reference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45643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Click an empty spot: kriging AQI with a 90% interval and its 'why'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15137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Sensors &amp; QA: a drifting sensor and the rule that flagged it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484632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Forecast &amp; health: switch to Asthma, read the alert and best run time</a:t>
            </a:r>
            <a:endParaRPr lang="en-US" sz="1600" dirty="0"/>
          </a:p>
        </p:txBody>
      </p:sp>
      <p:sp>
        <p:nvSpPr>
          <p:cNvPr id="21" name="Step 7 dot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ep 7 number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Step 7 text"/>
          <p:cNvSpPr txBox="1"/>
          <p:nvPr/>
        </p:nvSpPr>
        <p:spPr>
          <a:xfrm>
            <a:off x="1234440" y="5541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Model report: calibration, faults, forecast and map accuracy</a:t>
            </a:r>
            <a:endParaRPr lang="en-US" sz="1600" dirty="0"/>
          </a:p>
        </p:txBody>
      </p:sp>
      <p:sp>
        <p:nvSpPr>
          <p:cNvPr id="24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Demo screenshot" descr="AirSense screenshot: Forecast &amp; 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6" name="Demo screenshot caption"/>
          <p:cNvSpPr txBox="1"/>
          <p:nvPr/>
        </p:nvSpPr>
        <p:spPr>
          <a:xfrm>
            <a:off x="6583680" y="488061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▸ </a:t>
            </a:r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Forecast &amp; health</a:t>
            </a:r>
            <a:endParaRPr lang="en-US" sz="1200" dirty="0"/>
          </a:p>
        </p:txBody>
      </p:sp>
      <p:sp>
        <p:nvSpPr>
          <p:cNvPr id="27" name="Run command"/>
          <p:cNvSpPr txBox="1"/>
          <p:nvPr/>
        </p:nvSpPr>
        <p:spPr>
          <a:xfrm>
            <a:off x="6583680" y="524637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http://localhost:8015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open-source core for colleges, RWAs and NGOs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Per-sensor subscription for municipalities: calibration, QA, alerts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Fence-line monitoring package for industrial estates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CSR-funded school networks with branded dashboards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ESP32 + PMS sensor firmware with MQTT upload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Gas sensors (NO2, O3) with their own calibration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WhatsApp / SMS alerts in Tamil and English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Satellite and traffic data as forecast inputs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Automatic re-calibration using the reference as a moving anchor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AirSense · Hyperlocal air quality: know before you breathe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https://github.com/jayeskumar/a/tree/claude/confident-fermi-dpeh2g/projects/15-airsense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projects/15-airsense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Sense QUANTIX">
  <a:themeElements>
    <a:clrScheme name="AirSense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0891B2"/>
      </a:accent1>
      <a:accent2>
        <a:srgbClr val="E1F2F6"/>
      </a:accent2>
      <a:accent3>
        <a:srgbClr val="055E74"/>
      </a:accent3>
      <a:accent4>
        <a:srgbClr val="5B6478"/>
      </a:accent4>
      <a:accent5>
        <a:srgbClr val="0A2C45"/>
      </a:accent5>
      <a:accent6>
        <a:srgbClr val="77C3D5"/>
      </a:accent6>
      <a:hlink>
        <a:srgbClr val="06748E"/>
      </a:hlink>
      <a:folHlink>
        <a:srgbClr val="5B6478"/>
      </a:folHlink>
    </a:clrScheme>
    <a:fontScheme name="AirSense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AirSense – Hyperlocal air quality: know before you breathe</dc:title>
  <dc:subject>QUANTIX 2K26 · Sustainability, CleanTech &amp; Green Energy</dc:subject>
  <dc:creator>Your Team Name</dc:creator>
  <cp:lastModifiedBy>Your Team Name</cp:lastModifiedBy>
  <cp:revision>1</cp:revision>
  <dcterms:created xsi:type="dcterms:W3CDTF">2026-10-20T09:43:21Z</dcterms:created>
  <dcterms:modified xsi:type="dcterms:W3CDTF">2026-10-20T09:43:21Z</dcterms:modified>
</cp:coreProperties>
</file>