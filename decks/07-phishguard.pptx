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8076eaa2-5ba2-b795-6b95-629309447cf3}">
          <p14:sldIdLst>
            <p14:sldId id="256"/>
          </p14:sldIdLst>
        </p14:section>
        <p14:section name="Problem &amp; solution" id="{b68491fe-2824-8678-00e3-297ed13c30a2}">
          <p14:sldIdLst>
            <p14:sldId id="257"/>
            <p14:sldId id="258"/>
          </p14:sldIdLst>
        </p14:section>
        <p14:section name="Product" id="{df4b806c-d53f-4db3-1c49-97a9bf4e5709}">
          <p14:sldIdLst>
            <p14:sldId id="259"/>
            <p14:sldId id="260"/>
            <p14:sldId id="261"/>
          </p14:sldIdLst>
        </p14:section>
        <p14:section name="Why us" id="{e9cbade9-ed7a-48f3-a052-4a923c4160c0}">
          <p14:sldIdLst>
            <p14:sldId id="262"/>
            <p14:sldId id="263"/>
            <p14:sldId id="264"/>
          </p14:sldIdLst>
        </p14:section>
        <p14:section name="Demo" id="{4fe7ac70-22ef-0e2b-bc67-1372d2911636}">
          <p14:sldIdLst>
            <p14:sldId id="265"/>
          </p14:sldIdLst>
        </p14:section>
        <p14:section name="Roadmap" id="{1bad9325-8108-2142-63a9-f401dfb594f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Explainable scam &amp; phishing detector for SMS, email and links.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Daily flood of fake KYC, EB-bill, parcel, lottery and UPI-collect SMS Students targeted by fake internships that demand a 'registration fee' Spam filters are black boxes: users never learn why a message is dangerous Link checkers need the internet and upload your private messages Key numbers: 10B+ UPI transactions per month (NPCI, approx.); ~1M cyber-fraud complaints a year on the national portal (I4C, approx.); 1930 India's national cyber-fraud helpline.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Paste an SMS, WhatsApp forward, e-mail or link -&gt; risk 0-100 + verdict Naive Bayes text model + URL logistic regression + India-specific rules Highlights the exact words, links, numbers and UPI IDs that raised the alarm Runs 100% offline in pure Python - nothing leaves the device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Explanation panel: Rules fired, NB token weights, link feature contributions, highlighted spans. Link analyser: 28 lexical features: IP host, @ trick, punycode, look-alike brands, cheap TLDs. India-first rules: KYC/PAN, EB cut, UPI collect, job fee, OTP, digital arrest; Tanglish/Hinglish. Bulk scan: Paste 200 lines, get a table of verdicts and main reasons in milliseconds. Spot the scam quiz: 10-question awareness game with explanations and the model's verdict. What to do: Clear next steps: call 1930, report on cybercrime.gov.in, block sender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(vanilla JS, SVG charts) -&gt; JSON API on local Python server. extract.py -&gt; finds URLs, phone numbers, UPI IDs with character offsets. Multinomial Naive Bayes -&gt; text probability with per-token LLR. URL features + logistic regression -&gt; link probability with contributions. Rule layer + entity heuristics -&gt; India-specific scam patterns. Noisy-OR combiner -&gt; risk 0-100, verdict, highlights and advice. Stack: Python 3 stdlib (http.server, re, math), Vanilla HTML/CSS/JS, Inline SVG charts, unittest (55 tests), No CDN, no pip, no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Multinomial Naive Bayes (words, bigrams, char 3-4-grams, Laplace) - text. Logistic regression (gradient descent + L2) on 28 URL features - links. Homoglyph map + edit distance - look-alike brand domains. Negation-aware regex rules - India-specific scam patterns. Noisy-OR evidence fusion with temperature + prior calibration.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Every score decomposes into visible parts - no black box Built for Indian scams and Tanglish/Hinglish text URL risk from characters alone: works on brand-new domains, offline Honest evaluation on unseen message templates, not just a random split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Gut feel / forwards vs Spam filters, link checkers vs PhishGuard. Works fully offline: Yes / Mostly cloud / Yes. Explains why it is a scam: No / Rarely / Yes, word-level. India scam patterns (KYC, UPI): Partial / Generic / 17 rules. Messages stay on the device: Yes / Often uploaded / Yes. Accuracy on unseen templates: Unknown / Not published / 97% (synthetic).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97% accuracy on unseen message templates (n=168); 94% URL model accuracy, 100% precision (n=110); ~1 ms full analysis per message (p50, pure Python); ~1 s training both models from scratch. Impact: Teaches why a message is a scam, so users spot the next variant Protects first-time smartphone users, elders and students Private by design: personal messages are never uploaded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Run demo: KYC SMS scores 99 Dangerous with highlighted reasons 2. Bank OTP SMS: 'do not share' negation keeps it Safe 3. Tanglish scam and UPI collect trick explained 4. Bulk scan 15 lines, click a row for its explanation 5. Spot the scam quiz question 6. Model stats: confusion matrices and honest unseen-template score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consumer app and awareness kit for colleges and NGOs B2B SDK for banks, telcos and wallets: explainable in-app warnings White-label security-awareness training for companies Opt-in message reporting builds a real labelled dataset Next: Retrain and calibrate on real, consented, labelled SMS data Android app with on-device SMS warnings Tamil and Hindi script support QR-code and screenshot (OCR) checking Optional user-approved domain-age and blocklist lookups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PhishGuard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CYBERSECURITY &amp; BLOCKCHAIN TECHNOLOGY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PhishGuard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Explainable scam &amp; phishing detector for SMS, email and links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PhishGuard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Daily flood of fake KYC, EB-bill, parcel, lottery and UPI-collect SMS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Students targeted by fake internships that demand a 'registration fee'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Spam filters are black boxes: users never learn why a message is dangerous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Link checkers need the internet and upload your private messages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12014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122986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10B+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196138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UPI transactions per month (NPCI,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281178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292150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~1M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365302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cyber-fraud complaints a year on the national portal (I4C, approx.)</a:t>
            </a:r>
            <a:endParaRPr lang="en-US" sz="1300" dirty="0"/>
          </a:p>
        </p:txBody>
      </p:sp>
      <p:sp>
        <p:nvSpPr>
          <p:cNvPr id="12" name="Stat 3 card"/>
          <p:cNvSpPr/>
          <p:nvPr/>
        </p:nvSpPr>
        <p:spPr>
          <a:xfrm>
            <a:off x="7589520" y="450342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3" name="Stat 3 value"/>
          <p:cNvSpPr txBox="1"/>
          <p:nvPr/>
        </p:nvSpPr>
        <p:spPr>
          <a:xfrm>
            <a:off x="7818120" y="46131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1930</a:t>
            </a:r>
            <a:endParaRPr lang="en-US" sz="4000" dirty="0"/>
          </a:p>
        </p:txBody>
      </p:sp>
      <p:sp>
        <p:nvSpPr>
          <p:cNvPr id="14" name="Stat 3 label"/>
          <p:cNvSpPr txBox="1"/>
          <p:nvPr/>
        </p:nvSpPr>
        <p:spPr>
          <a:xfrm>
            <a:off x="7818120" y="534466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India's national cyber-fraud helpline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PhishGuard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Paste an SMS, WhatsApp forward, e-mail or link -&gt; risk 0-100 + verdict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Naive Bayes text model + URL logistic regression + India-specific rules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Highlights the exact words, links, numbers and UPI IDs that raised the alarm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Runs 100% offline in pure Python - nothing leaves the device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PhishGuard screenshot: Model sta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Model stats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Explanation panel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Rules fired, NB token weights, link feature contributions, highlighted spans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Link analyser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28 lexical features: IP host, @ trick, punycode, look-alike brands, cheap TLDs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India-first rules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KYC/PAN, EB cut, UPI collect, job fee, OTP, digital arrest; Tanglish/Hinglish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Bulk scan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Paste 200 lines, get a table of verdicts and main reasons in milliseconds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Spot the scam quiz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10-question awareness game with explanations and the model's verdict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What to do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Clear next steps: call 1930, report on cybercrime.gov.in, block sender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 (vanilla JS, SVG charts)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JSON API on local Python server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extract.py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finds URLs, phone numbers, UPI IDs with character offsets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Multinomial Naive Bayes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text probability with per-token LLR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URL features + logistic regression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link probability with contributions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Rule layer + entity heuristics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India-specific scam patterns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Noisy-OR combiner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risk 0-100, verdict, highlights and advice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(http.server, re, math)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Inline SVG charts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(55 tests)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CDN, no pip, no network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Multinomial Naive Bayes (words, bigrams, char 3-4-grams, Laplace)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text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Logistic regression (gradient descent + L2) on 28 URL features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links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Homoglyph map + edit distance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look-alike brand domains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Negation-aware regex rules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India-specific scam patterns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Noisy-OR evidence fusion with temperature + prior calibration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score decomposes into visible parts - no black box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Built for Indian scams and Tanglish/Hinglish text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URL risk from characters alone: works on brand-new domains, offline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Honest evaluation on unseen message templates, not just a random split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Gut feel / forwards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Spam filters, link checkers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PhishGuard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Works fully offline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cloud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why it is a scam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Rarely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Yes, word-level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 scam patterns (KYC, UPI)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rules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Messages stay on the device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uploaded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Accuracy on unseen templates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published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97% (synthetic)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97%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accuracy on unseen message templates (n=168)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94%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URL model accuracy, 100% precision (n=110)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~1 ms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analysis per message (p50, pure Python)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~1 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training both models from scratch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Teaches why a message is a scam, so users spot the next variant  ·  Protects first-time smartphone users, elders and students  ·  Private by design: personal messages are never uploaded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721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721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KYC SMS scores 99 Dangerous with highlighted reasons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2402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240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139696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Bank OTP SMS: 'do not share' negation keeps it Safe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30083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3008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907792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Tanglish scam and UPI collect trick explained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7764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776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675888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Bulk scan 15 lines, click a row for its explanation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54456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544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443984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Spot the scam quiz question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531266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53126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5212080"/>
            <a:ext cx="5120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 stats: confusion matrices and honest unseen-template score</a:t>
            </a:r>
            <a:endParaRPr lang="en-US" sz="1600" dirty="0"/>
          </a:p>
        </p:txBody>
      </p:sp>
      <p:sp>
        <p:nvSpPr>
          <p:cNvPr id="21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2" name="Demo screenshot" descr="PhishGuard screenshot: Spot the sca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3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Spot the scam</a:t>
            </a:r>
            <a:endParaRPr lang="en-US" sz="1200" dirty="0"/>
          </a:p>
        </p:txBody>
      </p:sp>
      <p:sp>
        <p:nvSpPr>
          <p:cNvPr id="24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http://localhost:8007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consumer app and awareness kit for colleges and NGOs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B2B SDK for banks, telcos and wallets: explainable in-app warnings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White-label security-awareness training for companies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Opt-in message reporting builds a real labelled dataset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Retrain and calibrate on real, consented, labelled SMS data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Android app with on-device SMS warnings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Tamil and Hindi script support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QR-code and screenshot (OCR) checking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Optional user-approved domain-age and blocklist lookups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PhishGuard · Explainable scam &amp; phishing detector for SMS, email and links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https://github.com/jayeskumar/a/tree/claude/confident-fermi-dpeh2g/projects/07-phishguard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projects/07-phishguard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hishGuard QUANTIX">
  <a:themeElements>
    <a:clrScheme name="PhishGuard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F59E0B"/>
      </a:accent1>
      <a:accent2>
        <a:srgbClr val="FEF3E2"/>
      </a:accent2>
      <a:accent3>
        <a:srgbClr val="9F6707"/>
      </a:accent3>
      <a:accent4>
        <a:srgbClr val="5B6478"/>
      </a:accent4>
      <a:accent5>
        <a:srgbClr val="3E2F20"/>
      </a:accent5>
      <a:accent6>
        <a:srgbClr val="FACA79"/>
      </a:accent6>
      <a:hlink>
        <a:srgbClr val="C47E09"/>
      </a:hlink>
      <a:folHlink>
        <a:srgbClr val="5B6478"/>
      </a:folHlink>
    </a:clrScheme>
    <a:fontScheme name="PhishGuard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PhishGuard – Explainable scam &amp; phishing detector for SMS, email and links</dc:title>
  <dc:subject>QUANTIX 2K26 · Cybersecurity &amp; Blockchain Technology</dc:subject>
  <dc:creator>Your Team Name</dc:creator>
  <cp:lastModifiedBy>Your Team Name</cp:lastModifiedBy>
  <cp:revision>1</cp:revision>
  <dcterms:created xsi:type="dcterms:W3CDTF">2026-10-20T09:43:18Z</dcterms:created>
  <dcterms:modified xsi:type="dcterms:W3CDTF">2026-10-20T09:43:18Z</dcterms:modified>
</cp:coreProperties>
</file>