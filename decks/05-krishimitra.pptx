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38a3f7e-105e-7b81-a1d8-dc0e38b76f67}">
          <p14:sldIdLst>
            <p14:sldId id="256"/>
          </p14:sldIdLst>
        </p14:section>
        <p14:section name="Problem &amp; solution" id="{2a374520-1125-ed1d-92fe-aefb7f483b8c}">
          <p14:sldIdLst>
            <p14:sldId id="257"/>
            <p14:sldId id="258"/>
          </p14:sldIdLst>
        </p14:section>
        <p14:section name="Product" id="{dbbe7bd6-3fdf-a7f1-af9d-473afa0625a5}">
          <p14:sldIdLst>
            <p14:sldId id="259"/>
            <p14:sldId id="260"/>
            <p14:sldId id="261"/>
          </p14:sldIdLst>
        </p14:section>
        <p14:section name="Why us" id="{1845ede7-775b-fae6-b87a-4b684f2a8b28}">
          <p14:sldIdLst>
            <p14:sldId id="262"/>
            <p14:sldId id="263"/>
            <p14:sldId id="264"/>
          </p14:sldIdLst>
        </p14:section>
        <p14:section name="Demo" id="{12502c89-bf97-15aa-9864-9ee4fce59eb3}">
          <p14:sldIdLst>
            <p14:sldId id="265"/>
          </p14:sldIdLst>
        </p14:section>
        <p14:section name="Roadmap" id="{b9d2165a-210d-96da-9913-3f05067540f9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A smart farming advisor in the farmer's own language.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Crops chosen by habit, not by soil and season Urea over-used, P and K neglected; money and soil wasted Irrigation by guesswork; produce sold at the harvest-glut low Advisory apps are English-first, online-only black boxes Key numbers: ~86% Indian farm holdings small/marginal (Agri Census 2015-16, approx.); ~80% India's freshwater used by agriculture (approx.); 4:2:1 target N:P:K ratio; actual use is N-heavy (approx.).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Soil test in, four decisions out: crop, fertiliser, water, sell Two from-scratch ML models with per-input explanations Full Tamil / English UI with read-aloud voice Runs offline on one laptop; phones join over local Wi-Fi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Crop recommender: Top-3 of 14 TN crops from Naive Bayes + Random Forest, with why-bars. Fertiliser advisor: NPK deficit to Urea / DAP / MOP kg per acre, bags, organic options. Irrigation planner: FAO-56 Ra + Hargreaves ET0 x Kc: 7-day plan in mm and litres/acre. Market timing: Seasonal index + trend: sell now or hold N weeks, with price band. Crop calendar: Visual timeline from land prep to harvest with key operations. Tamil + voice: Every label and advice in Tamil script; speechSynthesis read-aloud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-&gt; vanilla JS, SVG charts, EN/TA, speech. app.py -&gt; stdlib ThreadingHTTPServer, JSON API, validation. advisor -&gt; one call runs every module for the chosen crop. recommender -&gt; GNB + RF trained on seeded synthetic data. fertiliser / irrigation / market / calendar -&gt; pure Python. config.py -&gt; every assumption, labelled approx.. Stack: Python 3 stdlib only, Vanilla HTML/CSS/JS, Inline SVG charts, Web Speech API, No CDN, no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Gaussian Naive Bayes – crop probabilities + log-odds per input. CART + Random Forest – bootstrap, feature bagging, OOB, Saabas. FAO-56 Ra + Hargreaves ET0 – reference water demand. Kc stage curve + soil bucket – 7-day irrigation schedule. Ratio-to-moving-average seasonal index + OLS trend – sell/hold.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One plan: crop choice drives dose, Kc, prices and calendar Explainable ML written from scratch, two models side by side Tamil-first advice text and voice, not just translated labels Fully offline on a ₹15k laptop, ~3 ms per request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Habit / neighbour advice vs Generic agri apps vs KrishiMitra. Works without internet: Yes / Mostly online / Yes. Explains each recommendation: No / Rarely / Yes, per input. Advice in Tamil (text + voice): Spoken only / Partial / Yes. Crop, fertiliser, water, market: Piecemeal / Often separate / One screen. Accuracy measured: No / Rarely shown / 94% (synthetic).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94.3% hold-out accuracy, GNB+RF blend (synthetic, 14 crops); 93.6% GNB and RF each, on the same hold-out; 2.9 ms median HTTP latency, full advisory; 32.2 Ra MJ/m²/day: matches FAO-56 Example 8. Impact: Right-sized fertiliser cuts input cost and nitrate pollution ET-based irrigation saves water and pumping power Tamil voice advice reaches low-literacy and older farmers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Open on phone + projector, Wi-Fi off 2. Tiruchengode farm: groundnut 99%, read the why-bars 3. Toggle Tamil and tap Read aloud 4. Fertiliser: 0 urea, 15 kg DAP, 29 kg MOP per acre 5. Delta paddy: irrigate once, 3.5 lakh L/acre 6. Market: sell now vs Erode turmeric hold 7. Switch crop: every card updates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B2G: explain-your-Soil-Health-Card layer for KVKs / state B2B: white-label advisories for FPOs and input dealers Freemium: free app, paid SMS/IVR voice advisories Consented, anonymised data for agronomic research Next: Train on real Soil Health Card + yield data Live IMD weather and Agmarknet prices, cached offline More Indian languages and voice input Pest and disease alerts from weather Android PWA and SMS/IVR for feature phones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KrishiMitra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SMART AGRICULTURE &amp; RURAL DEVELOPMENT (AGRITECH)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KrishiMitra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 smart farming advisor in the farmer's own language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KrishiMitra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Crops chosen by habit, not by soil and season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Urea over-used, P and K neglected; money and soil wasted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Irrigation by guesswork; produce sold at the harvest-glut low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Advisory apps are English-first, online-only black boxes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~86%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Indian farm holdings small/marginal (Agri Census 2015-16,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~80%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India's freshwater used by agriculture (approx.)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4:2:1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target N:P:K ratio; actual use is N-heavy (approx.)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KrishiMitra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Soil test in, four decisions out: crop, fertiliser, water, sell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Two from-scratch ML models with per-input explanations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Full Tamil / English UI with read-aloud voice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Runs offline on one laptop; phones join over local Wi-Fi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KrishiMitra screenshot: Your fa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Your farm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Crop recommender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Top-3 of 14 TN crops from Naive Bayes + Random Forest, with why-bars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Fertiliser advisor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NPK deficit to Urea / DAP / MOP kg per acre, bags, organic options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Irrigation planner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FAO-56 Ra + Hargreaves ET0 x Kc: 7-day plan in mm and litres/acre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Market timing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Seasonal index + trend: sell now or hold N weeks, with price band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Crop calendar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Visual timeline from land prep to harvest with key operations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Tamil + voice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Every label and advice in Tamil script; speechSynthesis read-aloud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vanilla JS, SVG charts, EN/TA, speech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stdlib ThreadingHTTPServer, JSON API, validation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advisor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one call runs every module for the chosen crop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recommender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GNB + RF trained on seeded synthetic data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fertiliser / irrigation / market / calendar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pure Python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config.py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every assumption, labelled approx.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Web Speech API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No CDN, no internet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Gaussian Naive Bayes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crop probabilities + log-odds per input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CART + Random Forest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bootstrap, feature bagging, OOB, Saabas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FAO-56 Ra + Hargreaves ET0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reference water demand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Kc stage curve + soil bucket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7-day irrigation schedule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Ratio-to-moving-average seasonal index + OLS trend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sell/hold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One plan: crop choice drives dose, Kc, prices and calendar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Explainable ML written from scratch, two models side by side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Tamil-first advice text and voice, not just translated labels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Fully offline on a ₹15k laptop, ~3 ms per request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/ neighbour advice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agri apps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KrishiMitra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without internet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online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each recommendation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Yes, per input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Advice in Tamil (text + voice)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Spoken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Crop, fertiliser, water, market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Piecemeal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separate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screen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measured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 shown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 (synthetic)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94.3%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hold-out accuracy, GNB+RF blend (synthetic, 14 crops)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93.6%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GNB and RF each, on the same hold-out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2.9 ms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median HTTP latency, full advisory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32.2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Ra MJ/m²/day: matches FAO-56 Example 8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Right-sized fertiliser cuts input cost and nitrate pollution  ·  ET-based irrigation saves water and pumping power  ·  Tamil voice advice reaches low-literacy and older farmers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on phone + projector, Wi-Fi off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Tiruchengode farm: groundnut 99%, read the why-bars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Toggle Tamil and tap Read aloud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Fertiliser: 0 urea, 15 kg DAP, 29 kg MOP per acre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Delta paddy: irrigate once, 3.5 lakh L/acre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Market: sell now vs Erode turmeric hold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Switch crop: every card updates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KrishiMitra screenshot: Market ti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Market timing</a:t>
            </a:r>
            <a:endParaRPr lang="en-US" sz="1200" dirty="0"/>
          </a:p>
        </p:txBody>
      </p:sp>
      <p:sp>
        <p:nvSpPr>
          <p:cNvPr id="27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B2G: explain-your-Soil-Health-Card layer for KVKs / state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B2B: white-label advisories for FPOs and input dealers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Freemium: free app, paid SMS/IVR voice advisories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Consented, anonymised data for agronomic research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Train on real Soil Health Card + yield data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Live IMD weather and Agmarknet prices, cached offline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More Indian languages and voice input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Pest and disease alerts from weather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Android PWA and SMS/IVR for feature phones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KrishiMitra · A smart farming advisor in the farmer's own language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https://github.com/jayeskumar/a/tree/claude/confident-fermi-dpeh2g/projects/05-krishimitra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projects/05-krishimitra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ishiMitra QUANTIX">
  <a:themeElements>
    <a:clrScheme name="KrishiMitra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D97706"/>
      </a:accent1>
      <a:accent2>
        <a:srgbClr val="FAEFE1"/>
      </a:accent2>
      <a:accent3>
        <a:srgbClr val="8D4D04"/>
      </a:accent3>
      <a:accent4>
        <a:srgbClr val="5B6478"/>
      </a:accent4>
      <a:accent5>
        <a:srgbClr val="38271F"/>
      </a:accent5>
      <a:accent6>
        <a:srgbClr val="EAB476"/>
      </a:accent6>
      <a:hlink>
        <a:srgbClr val="AE5F05"/>
      </a:hlink>
      <a:folHlink>
        <a:srgbClr val="5B6478"/>
      </a:folHlink>
    </a:clrScheme>
    <a:fontScheme name="KrishiMitra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KrishiMitra – A smart farming advisor in the farmer's own language</dc:title>
  <dc:subject>QUANTIX 2K26 · Smart Agriculture &amp; Rural Development (AgriTech)</dc:subject>
  <dc:creator>Your Team Name</dc:creator>
  <cp:lastModifiedBy>Your Team Name</cp:lastModifiedBy>
  <cp:revision>1</cp:revision>
  <dcterms:created xsi:type="dcterms:W3CDTF">2026-10-20T09:43:18Z</dcterms:created>
  <dcterms:modified xsi:type="dcterms:W3CDTF">2026-10-20T09:43:18Z</dcterms:modified>
</cp:coreProperties>
</file>