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4a42333-05df-53e7-0d0f-1e85f4f6db62}">
          <p14:sldIdLst>
            <p14:sldId id="256"/>
          </p14:sldIdLst>
        </p14:section>
        <p14:section name="Problem &amp; solution" id="{a4abdc9f-22ed-9c76-e812-7ea6014945ba}">
          <p14:sldIdLst>
            <p14:sldId id="257"/>
            <p14:sldId id="258"/>
          </p14:sldIdLst>
        </p14:section>
        <p14:section name="Product" id="{e054ff78-1d76-1213-fe0e-69ec2cf1e927}">
          <p14:sldIdLst>
            <p14:sldId id="259"/>
            <p14:sldId id="260"/>
            <p14:sldId id="261"/>
          </p14:sldIdLst>
        </p14:section>
        <p14:section name="Why us" id="{aee921d4-b8ce-3686-08e9-cd19c88d6dcb}">
          <p14:sldIdLst>
            <p14:sldId id="262"/>
            <p14:sldId id="263"/>
          </p14:sldIdLst>
        </p14:section>
        <p14:section name="Demo" id="{092b3780-c3c0-16de-ce81-25744f416142}">
          <p14:sldIdLst>
            <p14:sldId id="264"/>
          </p14:sldIdLst>
        </p14:section>
        <p14:section name="Roadmap" id="{16414ee9-42e6-08e7-1ac0-5e99f1e993a0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Every rural family, matched to the welfare schemes they deserve.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Rural families miss crop insurance, pensions, housing, scholarships Eligibility rules are complex, scattered and mostly online Offices are far away; middlemen charge fees to find and fill schemes Field workers can't see which eligible families haven't applied Key numbers: ~69% Indians living in rural areas (Census 2011); ~86% farm holdings small / marginal (Agri Census 2015-16, approx.); 54 fields to check our 22 schemes one by one (measured).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Adaptive Tamil / English questionnaire with big buttons Explainable rules: eligible / possibly / not, per condition One deduplicated document checklist + application tracker Village dashboard of eligible-but-unclaimed benefits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Explainable eligibility: JSON rule trees with 3-valued logic; pass / fail / unknown per condition. Smart questionnaire: Greedy information gain: 15 questions vs a 22-field form, same decisions. Benefit estimator: Adds fixed ₹ amounts only; insurance cover and loans shown separately. Document checklist: Union of required documents, deduplicated, printable, tracked. Bilingual search: TF-IDF + concept map: 'பயிர் காப்பீடு' finds crop insurance. Field-worker mode: Register households; see unclaimed benefits per scheme and family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Browser UI (vanilla JS, EN/TA, SVG) -&gt; JSON API. app.py ThreadingHTTPServer -&gt; validation + routes. rules.py -&gt; 3-valued rule engine with full trace. questionnaire.py -&gt; information-gain question choice. search.py -&gt; Tamil-aware TF-IDF + concept map. store.py -&gt; households + tracker in data/state.json. Stack: Python 3 stdlib, Vanilla JS + inline SVG, JSON rules &amp; storage, Web Speech API (optional).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Kleene 3-valued logic – eligible / possibly / not, with reasons. Expected information gain – picks the next best question. TF-IDF + bilingual concept map – Tamil / English search. Alias normalisation – document checklist deduplication.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Says 'possibly eligible – need X' instead of silently rejecting Explains why each question is asked (bits of information) Rules are data: officers edit JSON, not code Offline last-mile tool with a village unclaimed-benefit 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15.2 avg questions vs 22-field form (304 households); 100% decisions identical to the full form; 70% eligible schemes confirmed after 8 questions; 1.4 ms to choose the next question. Impact: Entitlements found in ~5 minutes, in Tamil, no middleman Demo village: ₹1.57 lakh/yr unclaimed cash surfaced (synthetic) One checklist: 43 document mentions -&gt; 10 documents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Load demo farmer: 17 questions, 12 schemes, ₹18,000/yr 2. Open 'Why?' on PM-KISAN to show the condition tree 3. Answer live; tap 'Don't know' -&gt; possibly eligible 4. Switch to Tamil; search 'பயிர் காப்பீடு' 5. Print the checklist; mark an application Applied 6. Field worker: village dashboard of unclaimed benefits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Free for families, always Deployment for CSCs, Panchayats and SHG federations CSR / NGO programmes measuring benefit uptake Offline companion for state welfare departments Next: Sync field-worker devices to a block server Offline Tamil voice input for low-literacy users Import official scheme data; per-district rules OCR of ration card / patta to pre-fill answers SMS reminders for deadlines such as PMFBY cut-offs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SchemeSetu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SMART AGRICULTURE &amp; RURAL DEVELOPMENT (AGRITECH)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SchemeSetu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Every rural family, matched to the welfare schemes they deserve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SchemeSetu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Rural families miss crop insurance, pensions, housing, scholarships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Eligibility rules are complex, scattered and mostly online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Offices are far away; middlemen charge fees to find and fill schemes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Field workers can't see which eligible families haven't applied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~69%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Indians living in rural areas (Census 2011)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~86%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farm holdings small / marginal (Agri Census 2015-16, approx.)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54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fields to check our 22 schemes one by one (measured)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SchemeSetu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Adaptive Tamil / English questionnaire with big buttons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Explainable rules: eligible / possibly / not, per condition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One deduplicated document checklist + application tracker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Village dashboard of eligible-but-unclaimed benefits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SchemeSetu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Explainable eligibility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JSON rule trees with 3-valued logic; pass / fail / unknown per condition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Smart questionnaire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Greedy information gain: 15 questions vs a 22-field form, same decisions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Benefit estimator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Adds fixed ₹ amounts only; insurance cover and loans shown separately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Document checklist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Union of required documents, deduplicated, printable, tracked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Bilingual search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TF-IDF + concept map: 'பயிர் காப்பீடு' finds crop insurance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Field-worker mode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Register households; see unclaimed benefits per scheme and family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Browser UI (vanilla JS, EN/TA, SVG)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JSON API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app.py ThreadingHTTPServer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validation + routes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rules.py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3-valued rule engine with full trace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questionnaire.py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information-gain question choice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search.py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Tamil-aware TF-IDF + concept map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store.py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households + tracker in data/state.json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stdlib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JS + inline SVG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JSON rules &amp; storage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Web Speech API (optional)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Kleene 3-valued logic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eligible / possibly / not, with reasons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Expected information gain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picks the next best question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429000"/>
            <a:ext cx="5410048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429000"/>
            <a:ext cx="73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429000"/>
            <a:ext cx="42213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TF-IDF + bilingual concept map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Tamil / English search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429000"/>
            <a:ext cx="5410048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429000"/>
            <a:ext cx="73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429000"/>
            <a:ext cx="42213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Alias normalisation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document checklist deduplication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Says 'possibly eligible – need X' instead of silently rejecting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Explains why each question is asked (bits of information)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Rules are data: officers edit JSON, not code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Offline last-mile tool with a village unclaimed-benefit view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15.2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avg questions vs 22-field form (304 households)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100%</a:t>
            </a:r>
            <a:endParaRPr lang="en-US" sz="40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decisions identical to the full form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70%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eligible schemes confirmed after 8 questions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1.4 ms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 choose the next question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Entitlements found in ~5 minutes, in Tamil, no middleman  ·  Demo village: ₹1.57 lakh/yr unclaimed cash surfaced (synthetic)  ·  One checklist: 43 document mentions -&gt; 10 documents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72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Load demo farmer: 17 questions, 12 schemes, ₹18,000/yr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1396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 'Why?' on PM-KISAN to show the condition tree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30083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90779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 live; tap 'Don't know' -&gt; possibly eligible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776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6758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Switch to Tamil; search 'பயிர் காப்பீடு'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5445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44398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Print the checklist; mark an application Applied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53126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52120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Field worker: village dashboard of unclaimed benefits</a:t>
            </a:r>
            <a:endParaRPr lang="en-US" sz="1600" dirty="0"/>
          </a:p>
        </p:txBody>
      </p:sp>
      <p:sp>
        <p:nvSpPr>
          <p:cNvPr id="21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Demo screenshot" descr="SchemeSetu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3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http://localhost:8011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for families, always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Deployment for CSCs, Panchayats and SHG federations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CSR / NGO programmes measuring benefit uptake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Offline companion for state welfare departments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Sync field-worker devices to a block server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Offline Tamil voice input for low-literacy users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Import official scheme data; per-district rules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OCR of ration card / patta to pre-fill answers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SMS reminders for deadlines such as PMFBY cut-offs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SchemeSetu · Every rural family, matched to the welfare schemes they deserve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https://github.com/jayeskumar/a/tree/claude/confident-fermi-dpeh2g/projects/11-schemesetu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projects/11-schemesetu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QR card"/>
          <p:cNvSpPr/>
          <p:nvPr/>
        </p:nvSpPr>
        <p:spPr>
          <a:xfrm>
            <a:off x="9098280" y="123444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</p:spPr>
      </p:sp>
      <p:pic>
        <p:nvPicPr>
          <p:cNvPr id="7" name="QR code" descr="QR code linking to the project'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325880"/>
            <a:ext cx="2331720" cy="2331720"/>
          </a:xfrm>
          <a:prstGeom prst="rect">
            <a:avLst/>
          </a:prstGeom>
        </p:spPr>
      </p:pic>
      <p:sp>
        <p:nvSpPr>
          <p:cNvPr id="8" name="QR caption"/>
          <p:cNvSpPr txBox="1"/>
          <p:nvPr/>
        </p:nvSpPr>
        <p:spPr>
          <a:xfrm>
            <a:off x="909828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Scan for the 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emeSetu QUANTIX">
  <a:themeElements>
    <a:clrScheme name="SchemeSetu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7C3AED"/>
      </a:accent1>
      <a:accent2>
        <a:srgbClr val="EFE7FD"/>
      </a:accent2>
      <a:accent3>
        <a:srgbClr val="51269A"/>
      </a:accent3>
      <a:accent4>
        <a:srgbClr val="5B6478"/>
      </a:accent4>
      <a:accent5>
        <a:srgbClr val="241952"/>
      </a:accent5>
      <a:accent6>
        <a:srgbClr val="B793F5"/>
      </a:accent6>
      <a:hlink>
        <a:srgbClr val="632EBE"/>
      </a:hlink>
      <a:folHlink>
        <a:srgbClr val="5B6478"/>
      </a:folHlink>
    </a:clrScheme>
    <a:fontScheme name="SchemeSetu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SchemeSetu – Every rural family, matched to the welfare schemes they deserve</dc:title>
  <dc:subject>QUANTIX 2K26 · Smart Agriculture &amp; Rural Development (AgriTech)</dc:subject>
  <dc:creator>Your Team Name</dc:creator>
  <cp:lastModifiedBy>Your Team Name</cp:lastModifiedBy>
  <cp:revision>1</cp:revision>
  <dcterms:created xsi:type="dcterms:W3CDTF">2026-10-20T08:08:41Z</dcterms:created>
  <dcterms:modified xsi:type="dcterms:W3CDTF">2026-10-20T08:08:41Z</dcterms:modified>
</cp:coreProperties>
</file>