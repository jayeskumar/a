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60c56fa-31fc-f04c-c79a-b2221af1af0c}">
          <p14:sldIdLst>
            <p14:sldId id="256"/>
          </p14:sldIdLst>
        </p14:section>
        <p14:section name="Problem &amp; solution" id="{ee38b419-977e-b3e9-70de-c75b0fcea6f2}">
          <p14:sldIdLst>
            <p14:sldId id="257"/>
            <p14:sldId id="258"/>
          </p14:sldIdLst>
        </p14:section>
        <p14:section name="Product" id="{405352d7-4d47-194d-e538-9df9c337ac5c}">
          <p14:sldIdLst>
            <p14:sldId id="259"/>
            <p14:sldId id="260"/>
            <p14:sldId id="261"/>
          </p14:sldIdLst>
        </p14:section>
        <p14:section name="Why us" id="{b01b9f24-ae5c-4044-076e-b5063eac262a}">
          <p14:sldIdLst>
            <p14:sldId id="262"/>
            <p14:sldId id="263"/>
          </p14:sldIdLst>
        </p14:section>
        <p14:section name="Demo" id="{202715fe-d636-d6aa-db72-67c4636afbd7}">
          <p14:sldIdLst>
            <p14:sldId id="264"/>
          </p14:sldIdLst>
        </p14:section>
        <p14:section name="Roadmap" id="{a7a0a217-bd23-3bc6-ab47-9291686ebc0f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Find the right blood donor in minutes, not hours.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Families forward WhatsApp pleas to everyone and wait for hours Nobody knows who is eligible: recent donors reply and travel for nothing Scarce groups (O-, Rh-negative) get used when a common group would do One bank's units expire while a bank 40 km away is short Key numbers: 35-42 days red-cell shelf life (CPDA-1 / SAGM); ~5% of Indians are Rh-negative (approx.); up to 3 patients helped per donation (commonly cited).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Rank only eligible, compatible donors with a transparent score Alert in small waves; stand donors down once units are drawn Balance stock across blood banks before units expire Donor app: self-check, next eligible date, badges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Correct compatibility: ABO/Rh red-cell + plasma rules from antigens, all 64 pairs tested. Safety gates: 90/120-day interval, age, weight, deferral - reason and next date shown. Explainable ranking: Compatibility + travel time + response + fairness, every point shown. Live wave timeline: Simulated alerts vs broadcast-all and phone list on the same dice. Bank network: FEFO, moving-average forecast, expiry risk, greedy transfers. Offline map: SVG map of donors, hospitals and banks - no tiles, no internet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Browser UI -&gt; vanilla JS tabs, SVG maps and charts. app.py -&gt; stdlib ThreadingHTTPServer, JSON API, validation. ranking.py -&gt; gates + weighted, explained donor score. simulation.py -&gt; event-driven wave vs baseline simulator. inventory.py -&gt; FEFO, forecast, transfers, month simulation. dataset.py -&gt; seeded synthetic donors and 5-bank network. Stack: Python 3 stdlib only, http.server + JSON API, Vanilla HTML/CSS/JS, Hand-drawn SVG maps and charts, unittest (91 tests), Runs offline on any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Antigen-subset ABO/Rh rule – red-cell and plasma compatibility. Haversine + circuity factor – distance and travel time. Weighted score with Beta(2,2) prior – explainable ranking. Discrete-event simulation – wave broadcast vs baselines. FEFO + moving average – issue order and demand forecast. Greedy expiry-risk matching – inter-bank transfers.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Nobody ineligible is ever alerted Every rank, exclusion and transfer is explained Fairness term spreads load across donors One engine for donors and blood bank stock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58 vs 96 min median time to fulfil vs broadcast (sim, 300 requests); 6x fewer alerts than broadcast-to-everyone (12 vs 76); -85% expired units per month with transfers (sim, 20 months); -91% unmet demand with transfers (sim). Impact: Families get donors faster: 88% within 2 h in simulation No wasted trips by ineligible donors Fewer expired units and fewer local shortages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Run demo: 3 units A+ critical at Tiruchengode 2. Show safety gates and excluded donors with reasons 3. Open donor #1 score breakdown and the map 4. Play the live wave timeline vs baselines 5. Send wave plan: fairness and interval update 6. Bank network: apply transfers, month result 7. Donor app self-check and compatibility matrix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for donors and families SaaS for private hospital and blood bank networks CSR / public-health funding for government banks District pilot with college donor registries Next: Learn weights from real accept/decline outcomes Min-cost-flow transfers with vehicle capacity Platelet and plasma component inventory Seasonal demand forecast and camp planning SMS/IVR alerts in Tamil and English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BloodLink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HEALTHTECH &amp; BIOMEDICAL INNOVATION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BloodLink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Find the right blood donor in minutes, not hours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BloodLink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Families forward WhatsApp pleas to everyone and wait for hours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Nobody knows who is eligible: recent donors reply and travel for nothing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Scarce groups (O-, Rh-negative) get used when a common group would do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One bank's units expire while a bank 40 km away is short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35-42 days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red-cell shelf life (CPDA-1 / SAGM)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~5%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Indians are Rh-negative (approx.)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up to 3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patients helped per donation (commonly cited)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BloodLink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Rank only eligible, compatible donors with a transparent score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Alert in small waves; stand donors down once units are drawn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Balance stock across blood banks before units expire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Donor app: self-check, next eligible date, badges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BloodLink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Correct compatibility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ABO/Rh red-cell + plasma rules from antigens, all 64 pairs tested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Safety gates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90/120-day interval, age, weight, deferral - reason and next date shown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Explainable ranking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Compatibility + travel time + response + fairness, every point shown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wave timeline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Simulated alerts vs broadcast-all and phone list on the same dice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Bank network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FEFO, moving-average forecast, expiry risk, greedy transfers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Offline map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SVG map of donors, hospitals and banks - no tiles, no internet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Browser UI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vanilla JS tabs, SVG maps and charts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stdlib ThreadingHTTPServer, JSON API, validation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ranking.py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gates + weighted, explained donor score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simulation.py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event-driven wave vs baseline simulator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inventory.py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FEFO, forecast, transfers, month simulation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dataset.py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seeded synthetic donors and 5-bank network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 only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http.server + JSON API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Hand-drawn SVG maps and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unittest (91 tests)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Runs offline on any laptop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Antigen-subset ABO/Rh rule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red-cell and plasma compatibility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Haversine + circuity factor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distance and travel time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Weighted score with Beta(2,2) prior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explainable ranking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Discrete-event simulation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wave broadcast vs baselines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FEFO + moving average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issue order and demand forecast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Greedy expiry-risk matching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inter-bank transfers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Nobody ineligible is ever alerted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Every rank, exclusion and transfer is explained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Fairness term spreads load across donors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One engine for donors and blood bank stock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58 vs 96 min</a:t>
            </a:r>
            <a:endParaRPr lang="en-US" sz="24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median time to fulfil vs broadcast (sim, 300 requests)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6x fewer</a:t>
            </a:r>
            <a:endParaRPr lang="en-US" sz="3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alerts than broadcast-to-everyone (12 vs 76)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-85%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expired units per month with transfers (sim, 20 months)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-91%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unmet demand with transfers (sim)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Families get donors faster: 88% within 2 h in simulation  ·  No wasted trips by ineligible donors  ·  Fewer expired units and fewer local shortages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demo: 3 units A+ critical at Tiruchengode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Show safety gates and excluded donors with reasons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 donor #1 score breakdown and the map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Play the live wave timeline vs baselines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 wave plan: fairness and interval update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Bank network: apply transfers, month result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Donor app self-check and compatibility matrix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BloodLink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http://localhost:8010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for donors and families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SaaS for private hospital and blood bank networks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CSR / public-health funding for government banks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District pilot with college donor registries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Learn weights from real accept/decline outcomes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Min-cost-flow transfers with vehicle capacity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Platelet and plasma component inventory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Seasonal demand forecast and camp planning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SMS/IVR alerts in Tamil and English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BloodLink · Find the right blood donor in minutes, not hours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https://github.com/jayeskumar/a/tree/claude/confident-fermi-dpeh2g/projects/10-bloodlink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projects/10-bloodlink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odLink QUANTIX">
  <a:themeElements>
    <a:clrScheme name="BloodLink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B91C1C"/>
      </a:accent1>
      <a:accent2>
        <a:srgbClr val="F7E4E4"/>
      </a:accent2>
      <a:accent3>
        <a:srgbClr val="781212"/>
      </a:accent3>
      <a:accent4>
        <a:srgbClr val="5B6478"/>
      </a:accent4>
      <a:accent5>
        <a:srgbClr val="311324"/>
      </a:accent5>
      <a:accent6>
        <a:srgbClr val="D98282"/>
      </a:accent6>
      <a:hlink>
        <a:srgbClr val="941616"/>
      </a:hlink>
      <a:folHlink>
        <a:srgbClr val="5B6478"/>
      </a:folHlink>
    </a:clrScheme>
    <a:fontScheme name="BloodLink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BloodLink – Find the right blood donor in minutes, not hours</dc:title>
  <dc:subject>QUANTIX 2K26 · HealthTech &amp; Biomedical Innovation</dc:subject>
  <dc:creator>Your Team Name</dc:creator>
  <cp:lastModifiedBy>Your Team Name</cp:lastModifiedBy>
  <cp:revision>1</cp:revision>
  <dcterms:created xsi:type="dcterms:W3CDTF">2026-10-20T08:08:41Z</dcterms:created>
  <dcterms:modified xsi:type="dcterms:W3CDTF">2026-10-20T08:08:41Z</dcterms:modified>
</cp:coreProperties>
</file>