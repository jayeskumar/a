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21d9ee9-00c7-8f95-8d28-19f4d7d17d79}">
          <p14:sldIdLst>
            <p14:sldId id="256"/>
          </p14:sldIdLst>
        </p14:section>
        <p14:section name="Problem &amp; solution" id="{91717f6b-ff79-e6f5-30ab-7746717bbd89}">
          <p14:sldIdLst>
            <p14:sldId id="257"/>
            <p14:sldId id="258"/>
          </p14:sldIdLst>
        </p14:section>
        <p14:section name="Product" id="{8bdeb163-a93f-8671-32c4-42e1902ac5aa}">
          <p14:sldIdLst>
            <p14:sldId id="259"/>
            <p14:sldId id="260"/>
            <p14:sldId id="261"/>
          </p14:sldIdLst>
        </p14:section>
        <p14:section name="Why us" id="{adcb5d0e-d51b-9c59-99ca-11e1c21448c4}">
          <p14:sldIdLst>
            <p14:sldId id="262"/>
            <p14:sldId id="263"/>
          </p14:sldIdLst>
        </p14:section>
        <p14:section name="Demo" id="{333f6d7b-5731-17e3-ac66-5a733c357fe5}">
          <p14:sldIdLst>
            <p14:sldId id="264"/>
          </p14:sldIdLst>
        </p14:section>
        <p14:section name="Roadmap" id="{972946c8-7fab-6829-fad5-c7671ee264f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Tamper-proof academic credentials, verified in seconds.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Fake degree, marksheet and internship certificates keep fooling recruiters A doctored PDF takes minutes; manual college verification takes days to weeks Phone/email checks leave no audit trail and can be socially engineered Central databases must be trusted blindly - insider edits are invisible Key numbers: Days-weeks manual verification turnaround via the college (approx.); Minutes to doctor a certificate PDF with free tools (approx.); 0 cryptographic checks on a typical paper certificate.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Each college signs certificates with its own Ed25519 key Records are Merkle-sealed into a hash-linked, PoW-mined permissioned chain Recruiters scan a QR code: VALID / REVOKED / INVALID with 7 explained checks Signed on-chain revocations; tampering pinpoints the exact broken block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Issue &amp; bulk CSV: Form or CSV batch -&gt; one mined, signed block per batch. Printable cert + QR: QR code from our own pure-Python encoder, ID and 8-char verify code. Explainable verify: Hash, Merkle proof, block hash, PoW, signature, anchoring, revocation. Revocation registry: Issuer-signed revocations recorded on-chain; only the issuer can revoke. Tamper demo: Edit a CGPA in chain.json and watch the exact block and link break. Block explorer: Linked block cards with hashes, nonces, signatures and check 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SPA (vanilla JS) -&gt; verify, issue, explorer, tamper, security. app.py ThreadingHTTPServer -&gt; JSON API under /api. service.py -&gt; issue, bulk, revoke, verify, tamper, restore. chain.py -&gt; blocks, PoW, full-chain validation, explainable verify. ed25519.py + merkle.py + qr.py -&gt; crypto from scratch on hashlib. data/chain.json + keys.json -&gt; atomic JSON persistence. Stack: Python 3 stdlib only (hashlib, http.server, json, csv), Vanilla HTML/CSS/JS, inline SVG, no CDN, JSON file ledger, atomic writes, Runs fully offline on any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Ed25519 (RFC 8032) – issuer signatures on blocks and revocations. SHA-256 canonical-JSON hashing with 128-bit salt – record fingerprint. Merkle tree + inclusion proofs – verify one cert against a header. Proof-of-work (4 hex zeros) – cost to rewrite history. Full-chain validation – links, PoW, roots, signatures, rules. QR encoding with Reed-Solomon GF(256) – scannable verify link.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All crypto hand-built and checked against RFC 8032 test vectors Verification explains which guarantee failed and why it matters Self-contained certificate bundle: Merkle proof + signed header Two-level attacker demo shows why each security layer exists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33 ms end-to-end certificate verification (median); 3.4 / 3.8 ms Ed25519 sign / verify, pure Python; 4 / 4 RFC 8032 test vectors matched; 8 / 8 tamper scenarios detected in tests. Impact: Honest graduates no longer undercut by forged credentials Colleges stop answering verification emails one by one Recruiters verify instantly and offline, for 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Load demo data -&gt; verify a genuine KSRCE degree: VALID, 7 ticks 2. Forged JSON (CGPA edited) -&gt; INVALID at Merkle proof; fake ID -&gt; NOT FOUND 3. Issue a certificate -&gt; mined + signed -&gt; printable page with QR 4. Bulk issue 5 certificates from CSV in one block 5. Tamper: edit CGPA in chain.json -&gt; block 1 Merkle root breaks 6. Re-mine attack -&gt; signature + block 2 link break; restore 7. Close on the threat model: forgery, tampering, insider, key theft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public verification for recruiters drives adoption Annual issuance licence per institution, with ERP/CSV integration Paid bulk-verification API for job portals and BGV firms White-label for skill and bootcamp certificate issuers Next: Multi-node replication and BFT consensus across a consortium Key rotation, HSM signing and on-chain key-compromise records Selective disclosure: prove the degree without revealing CGPA W3C Verifiable Credentials and DigiLocker export Mobile offline verifier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CertChain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CYBERSECURITY &amp; BLOCKCHAIN TECHNOLOGY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CertChain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Tamper-proof academic credentials, verified in seconds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CertChai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Fake degree, marksheet and internship certificates keep fooling recruiters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doctored PDF takes minutes; manual college verification takes days to weeks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Phone/email checks leave no audit trail and can be socially engineered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Central databases must be trusted blindly - insider edits are invisible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Days-weeks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manual verification turnaround via the college (approx.)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Minutes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 doctor a certificate PDF with free tools (approx.)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cryptographic checks on a typical paper certificate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CertChain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Each college signs certificates with its own Ed25519 key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Records are Merkle-sealed into a hash-linked, PoW-mined permissioned chain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Recruiters scan a QR code: VALID / REVOKED / INVALID with 7 explained checks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Signed on-chain revocations; tampering pinpoints the exact broken block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CertChain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Issue &amp; bulk CSV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Form or CSV batch -&gt; one mined, signed block per batch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Printable cert + QR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QR code from our own pure-Python encoder, ID and 8-char verify code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 verify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Hash, Merkle proof, block hash, PoW, signature, anchoring, revocation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Revocation registry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Issuer-signed revocations recorded on-chain; only the issuer can revoke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Tamper demo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Edit a CGPA in chain.json and watch the exact block and link break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Block explorer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Linked block cards with hashes, nonces, signatures and check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SPA (vanilla JS)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verify, issue, explorer, tamper, security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ThreadingHTTPServer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 under /api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service.py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issue, bulk, revoke, verify, tamper, restore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chain.py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blocks, PoW, full-chain validation, explainable verify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ed25519.py + merkle.py + qr.py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crypto from scratch on hashlib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data/chain.json + keys.json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atomic JSON persistence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 (hashlib, http.server, json, csv)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HTML/CSS/JS, inline SVG, no CDN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JSON file ledger, atomic writes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fully offline on any laptop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Ed25519 (RFC 8032)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issuer signatures on blocks and revocations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SHA-256 canonical-JSON hashing with 128-bit salt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record fingerprint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Merkle tree + inclusion proofs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verify one cert against a header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Proof-of-work (4 hex zeros)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cost to rewrite history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Full-chain validation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links, PoW, roots, signatures, rules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QR encoding with Reed-Solomon GF(256)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scannable verify link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All crypto hand-built and checked against RFC 8032 test vectors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Verification explains which guarantee failed and why it matters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Self-contained certificate bundle: Merkle proof + signed header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Two-level attacker demo shows why each security layer exists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33 ms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end-to-end certificate verification (median)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3.4 / 3.8 ms</a:t>
            </a:r>
            <a:endParaRPr lang="en-US" sz="24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Ed25519 sign / verify, pure Python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4 / 4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RFC 8032 test vectors matched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8 / 8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tamper scenarios detected in tests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Honest graduates no longer undercut by forged credentials  ·  Colleges stop answering verification emails one by one  ·  Recruiters verify instantly and offline, for free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Load demo data -&gt; verify a genuine KSRCE degree: VALID, 7 ticks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Forged JSON (CGPA edited) -&gt; INVALID at Merkle proof; fake ID -&gt; NOT FOUND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Issue a certificate -&gt; mined + signed -&gt; printable page with QR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Bulk issue 5 certificates from CSV in one block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Tamper: edit CGPA in chain.json -&gt; block 1 Merkle root breaks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Re-mine attack -&gt; signature + block 2 link break; restore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Close on the threat model: forgery, tampering, insider, key theft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CertChai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http://localhost:8004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public verification for recruiters drives adoption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Annual issuance licence per institution, with ERP/CSV integration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Paid bulk-verification API for job portals and BGV firms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White-label for skill and bootcamp certificate issuers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Multi-node replication and BFT consensus across a consortium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Key rotation, HSM signing and on-chain key-compromise records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Selective disclosure: prove the degree without revealing CGPA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W3C Verifiable Credentials and DigiLocker export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Mobile offline verifier app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CertChain · Tamper-proof academic credentials, verified in seconds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https://github.com/jayeskumar/a/tree/claude/confident-fermi-dpeh2g/projects/04-certchain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projects/04-certchain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rtChain QUANTIX">
  <a:themeElements>
    <a:clrScheme name="CertChain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2563EB"/>
      </a:accent1>
      <a:accent2>
        <a:srgbClr val="E5ECFD"/>
      </a:accent2>
      <a:accent3>
        <a:srgbClr val="184099"/>
      </a:accent3>
      <a:accent4>
        <a:srgbClr val="5B6478"/>
      </a:accent4>
      <a:accent5>
        <a:srgbClr val="112251"/>
      </a:accent5>
      <a:accent6>
        <a:srgbClr val="87A9F4"/>
      </a:accent6>
      <a:hlink>
        <a:srgbClr val="1E4FBC"/>
      </a:hlink>
      <a:folHlink>
        <a:srgbClr val="5B6478"/>
      </a:folHlink>
    </a:clrScheme>
    <a:fontScheme name="CertChain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CertChain – Tamper-proof academic credentials, verified in seconds</dc:title>
  <dc:subject>QUANTIX 2K26 · Cybersecurity &amp; Blockchain Technology</dc:subject>
  <dc:creator>Your Team Name</dc:creator>
  <cp:lastModifiedBy>Your Team Name</cp:lastModifiedBy>
  <cp:revision>1</cp:revision>
  <dcterms:created xsi:type="dcterms:W3CDTF">2026-10-20T08:08:39Z</dcterms:created>
  <dcterms:modified xsi:type="dcterms:W3CDTF">2026-10-20T08:08:39Z</dcterms:modified>
</cp:coreProperties>
</file>