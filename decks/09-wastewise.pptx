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3bc5746-ab1c-e3f9-b45a-c82a098e125d}">
          <p14:sldIdLst>
            <p14:sldId id="256"/>
          </p14:sldIdLst>
        </p14:section>
        <p14:section name="Problem &amp; solution" id="{d6c9cbab-e900-2950-be23-e58df89c9c9a}">
          <p14:sldIdLst>
            <p14:sldId id="257"/>
            <p14:sldId id="258"/>
          </p14:sldIdLst>
        </p14:section>
        <p14:section name="Product" id="{54a3a350-1e6f-5195-799c-6d56a068c648}">
          <p14:sldIdLst>
            <p14:sldId id="259"/>
            <p14:sldId id="260"/>
            <p14:sldId id="261"/>
          </p14:sldIdLst>
        </p14:section>
        <p14:section name="Why us" id="{0e77d9b3-f27c-47a8-f202-2112b986d452}">
          <p14:sldIdLst>
            <p14:sldId id="262"/>
            <p14:sldId id="263"/>
            <p14:sldId id="264"/>
          </p14:sldIdLst>
        </p14:section>
        <p14:section name="Demo" id="{a4372b80-c8b8-8f40-1597-a77e924de821}">
          <p14:sldIdLst>
            <p14:sldId id="265"/>
          </p14:sldIdLst>
        </p14:section>
        <p14:section name="Roadmap" id="{92e1ea30-d7a4-c3b6-724c-588cf42a3156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Smart bins and optimised collection routes for cleaner cities.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Trucks follow fixed beats, whatever the bins hold Half-full bins get emptied while market bins overflow Wasted diesel, crew hours and CO2 every single day Citizens unsure which bin an item goes in Key numbers: 1.5 lakh+ t/day urban solid waste generated in India (CPCB, approx.); 3 streams wet / dry / hazardous segregation required by SWM Rules 2016; 40% avg bin fill at pickup on a fixed beat (our simulation).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Forecast every bin's fill and time-to-full Collect only bins that need it, with a stated reason Clarke-Wright + 2-opt routes for 3 capacity-limited trucks Bilingual bin guide and green-points ward leaderboard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Fill forecaster: Seasonal smoothing learns weekday and market-day spikes; hours to full. Explainable pickups: Rule A: &gt;=75% at pickup. Rule B: overflow guard with +1 sigma margin. Route optimiser: Clarke-Wright savings, 2-opt and truck packing in under 1 ms. Live map playback: Animated trucks, bins coloured by fill, fixed beat toggle. Day simulator: Same waste, two policies: km, diesel, CO2 and overflows side by side. Which bin? EN/TA: Naive Bayes on English, Tamil and Tanglish names; green points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Smart bin sensors (simulated) -&gt; daily fill readings. Forecaster -&gt; predicted fill at pickup and tomorrow. Planner rules A/B -&gt; today's bins with reasons. Clarke-Wright + 2-opt + LPT -&gt; truck trips in shift. Simulator -&gt; fixed beat vs WasteWise on same waste. Python stdlib API -&gt; vanilla JS + SVG dashboard. Stack: Python 3 standard library only, http.server JSON API, Vanilla HTML/CSS/JS, Hand-drawn SVG map and charts, unittest (45 tests), Runs fully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Seasonal exponential smoothing - per-bin daily fill forecast. OLS + weekday dummies (Gaussian elimination) - backtest rival. Clarke-Wright savings - capacitated route construction. 2-opt - uncross each route, never longer. Longest-trip-first packing - trips onto trucks in shift. Multinomial Naive Bayes + char 3-grams - EN/TA bin guide.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Predicts overflow before it happens, not after Fair baseline: same trucks, window and waste Every pickup, route and answer explained Tamil + Tanglish item names out of the box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Compare: Fixed daily garbage beat vs GPS fleet trackers vs WasteWise. Picks bins by forecast fill: No / No / Yes. Explains every pickup: No / No / Yes (rule A/B). Optimises truck routes: No / Partial / Yes (CW + 2-opt). Tamil bin guide for citizens: No / No / Yes. Works offline: Yes / Cloud + SIM / Yes.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-43% truck km and diesel vs fixed beat (30-day sim); 12 -&gt; 1 overflowing bin-days in the month; 0.4 ms daily planning time, CW + 2-opt; 78% bin-guide accuracy on unseen item names. Impact: ~3,650 L diesel and ~9.8 t CO2 a year per 40 bins (sim) ~Rs 3.3 lakh diesel a year per 40 bins at Rs 90/L Fewer overflowing bins near markets and bus stands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Run demo: trucks animate, 30 km vs 61.5 km today 2. Toggle fixed beat: 36 half-full pickups, 4 bins left 3. Route card: fixed order 45 -&gt; CW 30.5 -&gt; 2-opt 30 km 4. Click market bin: Wednesday spike, rule B fires 5. Next day: fixed beat overflows, WasteWise none 6. Run to day 30: -43% km, overflows 12 -&gt; 1 7. Ask Tamil 'thengai odu', earn green points, see Impact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SaaS per bin per month for municipalities Sensor + software bundle via local integrators Segregation analytics for compost and recyclers Free campus tier as a showcase Next: Real road network distances and time windows Multi-depot, mixed fleet, inter-route moves Festival and rain effects in the forecaster Driver phone app and Tamil WhatsApp reporting bot Photo-based contamination check at the bin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WasteWise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SUSTAINABILITY, CLEANTECH &amp; GREEN ENERGY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WasteWise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Smart bins and optimised collection routes for cleaner cities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WasteWis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Trucks follow fixed beats, whatever the bins hold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Half-full bins get emptied while market bins overflow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Wasted diesel, crew hours and CO2 every single day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Citizens unsure which bin an item goes in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1.5 lakh+ t/day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urban solid waste generated in India (CPCB, approx.)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 streams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wet / dry / hazardous segregation required by SWM Rules 2016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40%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avg bin fill at pickup on a fixed beat (our simulation)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WasteWise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Forecast every bin's fill and time-to-full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Collect only bins that need it, with a stated reason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Clarke-Wright + 2-opt routes for 3 capacity-limited trucks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Bilingual bin guide and green-points ward leaderboard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WasteWise screenshot: Fill foreca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8" name="Solution screenshot caption"/>
          <p:cNvSpPr txBox="1"/>
          <p:nvPr/>
        </p:nvSpPr>
        <p:spPr>
          <a:xfrm>
            <a:off x="6446520" y="4993767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Fill forecast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Fill forecaster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Seasonal smoothing learns weekday and market-day spikes; hours to full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Explainable pickups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Rule A: &gt;=75% at pickup. Rule B: overflow guard with +1 sigma margin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Route optimiser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Clarke-Wright savings, 2-opt and truck packing in under 1 ms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Live map playback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Animated trucks, bins coloured by fill, fixed beat toggle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Day simulator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Same waste, two policies: km, diesel, CO2 and overflows side by side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Which bin? EN/TA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Naive Bayes on English, Tamil and Tanglish names; green points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Smart bin sensors (simulated)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daily fill readings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Forecaster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predicted fill at pickup and tomorrow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Planner rules A/B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today's bins with reasons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Clarke-Wright + 2-opt + LPT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truck trips in shift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Simulator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fixed beat vs WasteWise on same waste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Python stdlib API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vanilla JS + SVG dashboard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standard library only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http.server JSON API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Hand-drawn SVG map and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 (45 tests)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Runs fully offline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Seasonal exponential smoothing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per-bin daily fill forecast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OLS + weekday dummies (Gaussian elimination)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backtest rival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Clarke-Wright savings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capacitated route construction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2-opt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uncross each route, never longer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Longest-trip-first packing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trips onto trucks in shift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Multinomial Naive Bayes + char 3-grams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EN/TA bin guide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Predicts overflow before it happens, not after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Fair baseline: same trucks, window and waste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pickup, route and answer explained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Tamil + Tanglish item names out of the box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we compare</a:t>
            </a:r>
            <a:endParaRPr lang="en-US" sz="3600" dirty="0"/>
          </a:p>
        </p:txBody>
      </p:sp>
      <p:graphicFrame>
        <p:nvGraphicFramePr>
          <p:cNvPr id="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448458"/>
                <a:gridCol w="2448458"/>
                <a:gridCol w="2448458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daily garbage beat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GPS fleet trackers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WasteWise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bins by forecast fill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every pickup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 (rule A/B)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Optimises truck routes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 (CW + 2-opt)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Tamil bin guide for citizens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offline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+ 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-43%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truck km and diesel vs fixed beat (30-day sim)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12 -&gt; 1</a:t>
            </a:r>
            <a:endParaRPr lang="en-US" sz="3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overflowing bin-days in the month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0.4 ms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daily planning time, CW + 2-opt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78%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bin-guide accuracy on unseen item names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~3,650 L diesel and ~9.8 t CO2 a year per 40 bins (sim)  ·  ~Rs 3.3 lakh diesel a year per 40 bins at Rs 90/L  ·  Fewer overflowing bins near markets and bus stands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 demo: trucks animate, 30 km vs 61.5 km today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Toggle fixed beat: 36 half-full pickups, 4 bins left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Route card: fixed order 45 -&gt; CW 30.5 -&gt; 2-opt 30 km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Click market bin: Wednesday spike, rule B fires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Next day: fixed beat overflows, WasteWise none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 to day 30: -43% km, overflows 12 -&gt; 1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Ask Tamil 'thengai odu', earn green points, see Impact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WasteWise screenshot: Segregation &amp; leader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Demo screenshot caption"/>
          <p:cNvSpPr txBox="1"/>
          <p:nvPr/>
        </p:nvSpPr>
        <p:spPr>
          <a:xfrm>
            <a:off x="6583680" y="488061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Segregation &amp; leaderboard</a:t>
            </a:r>
            <a:endParaRPr lang="en-US" sz="1200" dirty="0"/>
          </a:p>
        </p:txBody>
      </p:sp>
      <p:sp>
        <p:nvSpPr>
          <p:cNvPr id="27" name="Run command"/>
          <p:cNvSpPr txBox="1"/>
          <p:nvPr/>
        </p:nvSpPr>
        <p:spPr>
          <a:xfrm>
            <a:off x="6583680" y="524637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http://localhost:8009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SaaS per bin per month for municipalities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Sensor + software bundle via local integrators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Segregation analytics for compost and recyclers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campus tier as a showcase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Real road network distances and time windows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Multi-depot, mixed fleet, inter-route moves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Festival and rain effects in the forecaster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Driver phone app and Tamil WhatsApp reporting bot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Photo-based contamination check at the bin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WasteWise · Smart bins and optimised collection routes for cleaner cities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https://github.com/jayeskumar/a/tree/claude/confident-fermi-dpeh2g/projects/09-wastewise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projects/09-wastewise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asteWise QUANTIX">
  <a:themeElements>
    <a:clrScheme name="WasteWise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059669"/>
      </a:accent1>
      <a:accent2>
        <a:srgbClr val="E1F2ED"/>
      </a:accent2>
      <a:accent3>
        <a:srgbClr val="036244"/>
      </a:accent3>
      <a:accent4>
        <a:srgbClr val="5B6478"/>
      </a:accent4>
      <a:accent5>
        <a:srgbClr val="0A2D35"/>
      </a:accent5>
      <a:accent6>
        <a:srgbClr val="76C5AD"/>
      </a:accent6>
      <a:hlink>
        <a:srgbClr val="047854"/>
      </a:hlink>
      <a:folHlink>
        <a:srgbClr val="5B6478"/>
      </a:folHlink>
    </a:clrScheme>
    <a:fontScheme name="WasteWise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WasteWise – Smart bins and optimised collection routes for cleaner cities</dc:title>
  <dc:subject>QUANTIX 2K26 · Sustainability, CleanTech &amp; Green Energy</dc:subject>
  <dc:creator>Your Team Name</dc:creator>
  <cp:lastModifiedBy>Your Team Name</cp:lastModifiedBy>
  <cp:revision>1</cp:revision>
  <dcterms:created xsi:type="dcterms:W3CDTF">2026-10-20T09:43:19Z</dcterms:created>
  <dcterms:modified xsi:type="dcterms:W3CDTF">2026-10-20T09:43:19Z</dcterms:modified>
</cp:coreProperties>
</file>