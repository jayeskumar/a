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ce6dd90-68d0-2924-450c-4267646563c6}">
          <p14:sldIdLst>
            <p14:sldId id="256"/>
          </p14:sldIdLst>
        </p14:section>
        <p14:section name="Problem &amp; solution" id="{7285134a-f00d-d3c9-70cd-06952d9d9a3c}">
          <p14:sldIdLst>
            <p14:sldId id="257"/>
            <p14:sldId id="258"/>
          </p14:sldIdLst>
        </p14:section>
        <p14:section name="Product" id="{bf8f82bc-20de-d4b8-4e48-7b39f6f110c7}">
          <p14:sldIdLst>
            <p14:sldId id="259"/>
            <p14:sldId id="260"/>
            <p14:sldId id="261"/>
          </p14:sldIdLst>
        </p14:section>
        <p14:section name="Why us" id="{ecee775a-82a0-00d9-b851-ce5d0580d009}">
          <p14:sldIdLst>
            <p14:sldId id="262"/>
            <p14:sldId id="263"/>
          </p14:sldIdLst>
        </p14:section>
        <p14:section name="Demo" id="{f71a06be-6ada-3c27-60de-61f487e91ab1}">
          <p14:sldIdLst>
            <p14:sldId id="264"/>
          </p14:sldIdLst>
        </p14:section>
        <p14:section name="Roadmap" id="{2771e073-dd17-2c08-969b-da7e34c51bbd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Your offline AI study companion.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Students drown in pages of notes before exams Re-reading is slow; without review, material fades in days AI chatbots need internet and paid keys, and can hallucinate Tier-2/3 colleges often have weak Wi-Fi and costly mobile data Key numbers: ~4.3 crore students in Indian higher education (AISHE 2021-22, approx.); Days for unreviewed material to fade (Ebbinghaus forgetting curve, approx.); ₹0 StudyPilot cost per query: no API key, no data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Paste or upload notes and get a full revision kit in ~6 ms Summary, concepts, quiz, flashcards and Q&amp;A from your own notes Everything extractive and explained, so nothing is made up Pure Python on any laptop, 100% offline and private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TextRank summary: Adjustable length, per-sentence scores and a similarity graph. Key concepts: RAKE keyphrases as weighted chips with highlighted evidence. Auto quiz: Cloze and MCQ with similar-type distractors and typo-tolerant grading. SM-2 flashcards: Auto-made cards, Again/Hard/Good/Easy, schedule saved locally. Ask your notes: BM25 answers with highlights, confidence and term breakdown. Exam readiness: Mastery per concept from quiz and card history, plus study-next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 + SVG) -&gt; tabs, readiness sidebar. app.py ThreadingHTTPServer -&gt; JSON API, validation, cache. text.py -&gt; tokenizer, sentence splitter, stop words, stemmer. textrank / keyphrases / bm25 -&gt; summary, concepts, retrieval. quiz / flashcards / srs -&gt; cloze, MCQ, SM-2 scheduling. mastery + store -&gt; readiness score, data/state.json. Stack: Python 3 stdlib only (http.server, re, math, json), Vanilla HTML/CSS/JS, inline SVG, no CDN, JSON file persistence with atomic writes, unittest: 34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TextRank (PageRank power iteration) – extractive summary. RAKE + occurrence boost – key-concept extraction. Type-similarity ranking – MCQ distractor selection. Okapi BM25 + definition bonus – question answering. SM-2 – spaced-repetition scheduling. Laplace-smoothed mastery – exam-readiness score.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Hallucination-free: every output is a sentence from your notes Explains every decision: scores, links, distractors, SM-2 changes Closed loop: summary to recall to spaced review to readiness Runs on a ₹15k laptop with Wi-Fi 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0.526 ROUGE-1 F1 vs reference (Lead-6: 0.465); 100% QA top-3 hit rate on 31 questions (top-1 80.6%); ~6 ms full analysis of a 780-word note set; ~1 ms Ask-your-notes HTTP round trip. Impact: AI study help for students with poor connectivity No subscription, no API cost, no mobile data Notes and progress never leave the device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Turn Wi-Fi off and click Load demo notes 2. Summary: drag length slider, click Why? and graph nodes 3. Concepts: click a chip to see its evidence 4. Quiz: answer with a typo, check answers, see readiness rise 5. Flashcards: flip, rate Good and Again, see the SM-2 schedule 6. Ask: question with highlights and confidence, then an off-topic 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core app for every student College licence: LAN server and class readiness dashboards White-label quiz generation for ed-tech and coaching Premium packs: Tamil/Hindi support, PDF import Next: PDF and offline OCR import Tamil and Hindi tokenisers and stemmers Synonym-aware query expansion FSRS scheduler and exam-date planner Faculty mode with class-level weak-concept 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StudyPilot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ARTIFICIAL INTELLIGENCE &amp; MACHINE LEARNING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StudyPilot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Your offline AI study companion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StudyPilot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drown in pages of notes before exams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Re-reading is slow; without review, material fades in days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AI chatbots need internet and paid keys, and can hallucinate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Tier-2/3 colleges often have weak Wi-Fi and costly mobile data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~4.3 crore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students in Indian higher education (AISHE 2021-22,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Days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unreviewed material to fade (Ebbinghaus forgetting curve,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₹0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StudyPilot cost per query: no API key, no data plan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StudyPilot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Paste or upload notes and get a full revision kit in ~6 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Summary, concepts, quiz, flashcards and Q&amp;A from your own notes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Everything extractive and explained, so nothing is made up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Pure Python on any laptop, 100% offline and private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StudyPilot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TextRank summary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Adjustable length, per-sentence scores and a similarity graph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Key concepts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RAKE keyphrases as weighted chips with highlighted evidence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Auto quiz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Cloze and MCQ with similar-type distractors and typo-tolerant grading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SM-2 flashcards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Auto-made cards, Again/Hard/Good/Easy, schedule saved locally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Ask your notes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BM25 answers with highlights, confidence and term breakdown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Exam readiness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Mastery per concept from quiz and card history, plus study-next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 + SVG)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tabs, readiness sidebar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 ThreadingHTTPServer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API, validation, cache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tokenizer, sentence splitter, stop words, stemmer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textrank / keyphrases / bm25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summary, concepts, retrieval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quiz / flashcards / srs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cloze, MCQ, SM-2 scheduling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mastery + store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readiness score, data/state.json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 (http.server, re, math, json)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HTML/CSS/JS, inline SVG, no CDN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JSON file persistence with atomic writes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unittest: 34 tests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TextRank (PageRank power iteration)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extractive summary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RAKE + occurrence boost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key-concept extraction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Type-similarity ranking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MCQ distractor selection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Okapi BM25 + definition bonus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question answering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SM-2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spaced-repetition scheduling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Laplace-smoothed mastery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exam-readiness score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Hallucination-free: every output is a sentence from your notes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Explains every decision: scores, links, distractors, SM-2 changes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Closed loop: summary to recall to spaced review to readiness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Runs on a ₹15k laptop with Wi-Fi off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0.526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ROUGE-1 F1 vs reference (Lead-6: 0.465)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100%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QA top-3 hit rate on 31 questions (top-1 80.6%)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~6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of a 780-word note set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Ask-your-notes HTTP round trip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study help for students with poor connectivity  ·  No subscription, no API cost, no mobile data  ·  Notes and progress never leave the device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Turn Wi-Fi off and click Load demo notes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Summary: drag length slider, click Why? and graph nodes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Concepts: click a chip to see its evidence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Quiz: answer with a typo, check answers, see readiness rise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Flashcards: flip, rate Good and Again, see the SM-2 schedule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Ask: question with highlights and confidence, then an off-topic one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StudyPilot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Run command"/>
          <p:cNvSpPr txBox="1"/>
          <p:nvPr/>
        </p:nvSpPr>
        <p:spPr>
          <a:xfrm>
            <a:off x="6583680" y="5029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core app for every student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College licence: LAN server and class readiness dashboards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quiz generation for ed-tech and coaching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Premium packs: Tamil/Hindi support, PDF import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PDF and offline OCR import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Hindi tokenisers and stemmers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Synonym-aware query expansion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FSRS scheduler and exam-date planner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Faculty mode with class-level weak-concept view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StudyPilot · Your offline AI study companion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https://github.com/jayeskumar/a/tree/claude/confident-fermi-dpeh2g/projects/01-studypilot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projects/01-studypilot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Pilot QUANTIX">
  <a:themeElements>
    <a:clrScheme name="StudyPilot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6C4CF1"/>
      </a:accent1>
      <a:accent2>
        <a:srgbClr val="EDEAFD"/>
      </a:accent2>
      <a:accent3>
        <a:srgbClr val="46319D"/>
      </a:accent3>
      <a:accent4>
        <a:srgbClr val="5B6478"/>
      </a:accent4>
      <a:accent5>
        <a:srgbClr val="201D53"/>
      </a:accent5>
      <a:accent6>
        <a:srgbClr val="AE9DF7"/>
      </a:accent6>
      <a:hlink>
        <a:srgbClr val="563DC1"/>
      </a:hlink>
      <a:folHlink>
        <a:srgbClr val="5B6478"/>
      </a:folHlink>
    </a:clrScheme>
    <a:fontScheme name="StudyPilot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StudyPilot – Your offline AI study companion</dc:title>
  <dc:subject>QUANTIX 2K26 · Artificial Intelligence &amp; Machine Learning</dc:subject>
  <dc:creator>Your Team Name</dc:creator>
  <cp:lastModifiedBy>Your Team Name</cp:lastModifiedBy>
  <cp:revision>1</cp:revision>
  <dcterms:created xsi:type="dcterms:W3CDTF">2026-10-20T06:29:46Z</dcterms:created>
  <dcterms:modified xsi:type="dcterms:W3CDTF">2026-10-20T06:29:46Z</dcterms:modified>
</cp:coreProperties>
</file>