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1b9da5f-f968-ee58-c47e-ffcd4783872f}">
          <p14:sldIdLst>
            <p14:sldId id="256"/>
          </p14:sldIdLst>
        </p14:section>
        <p14:section name="Problem &amp; solution" id="{22c8d42e-57e6-a61a-f795-05c60e5c8f82}">
          <p14:sldIdLst>
            <p14:sldId id="257"/>
            <p14:sldId id="258"/>
          </p14:sldIdLst>
        </p14:section>
        <p14:section name="Product" id="{a6546316-57eb-4fb2-e13f-03ee5fbbd346}">
          <p14:sldIdLst>
            <p14:sldId id="259"/>
            <p14:sldId id="260"/>
            <p14:sldId id="261"/>
          </p14:sldIdLst>
        </p14:section>
        <p14:section name="Why us" id="{fcdd5fc7-8f19-08c7-84c4-6f1c6216b7bd}">
          <p14:sldIdLst>
            <p14:sldId id="262"/>
            <p14:sldId id="263"/>
          </p14:sldIdLst>
        </p14:section>
        <p14:section name="Demo" id="{177e1916-a533-d6b1-6f63-f429df8b0371}">
          <p14:sldIdLst>
            <p14:sldId id="264"/>
          </p14:sldIdLst>
        </p14:section>
        <p14:section name="Roadmap" id="{c4bb0946-387a-a0ee-7945-e87dfe909a1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Verifiable, anonymous e-voting for student elections.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Paper ballots: hours of manual counting, disputed recounts Google Forms: admins see who voted what and can edit rows Shared form links and proxy logins allow double voting Losing candidates have no way to check the result Key numbers: 0 ways for a voter to check a Google Forms tally; Hours to hand-count a few thousand paper ballots (approx.); 1 admin can silently edit a spreadsheet of votes.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Chaum blind signatures: eligible, yet unlinkable to the voter SHA-256 commitments hide choices until voting closes Hash-chained public bulletin board with signed checkpoints Receipts + full recount by anyone, even in the browser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Phone voting: Mobile-first ballot over campus Wi-Fi, large buttons, no app. Blind-signed tokens: Authority signs a token it never sees; one per register number. Public bulletin board: Hash chain + RSA-signed checkpoints, download and verify anywhere. Voter receipts: Check on your own phone that your ballot was counted as cast. Attack lab: 12 live attacks: double vote, forgery, replay, tampering, stuffing. Explained audit: 10-step verification report with the reason each check matters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Phone/browser (vanilla JS) -&gt; SHA-256, RSA blinding, sealing, audit. app.py ThreadingHTTPServer -&gt; JSON API, no IPs logged on cast. election.py -&gt; roster, OTP login, issuance, mix pool, phases, tally. blind.py + rsa.py + numtheory.py -&gt; Miller-Rabin, RSA-FDH, Chaum. board.py + audit.py -&gt; hash chain, checkpoints, universal recount. data/board.json -&gt; the only file an auditor needs. Stack: Python 3 stdlib only (hashlib, hmac, secrets, http.server), Vanilla HTML/CSS/JS with BigInt crypto, inline SVG charts, JSON files with atomic writes, Fully offline: one laptop + campus Wi-Fi.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Miller-Rabin (40 rounds) - 2048-bit RSA key generation. RSA-FDH + CRT - signatures with Bellcore fault check. Chaum blind signatures - eligibility without identity. SHA-256 hash commitments - hiding and binding ballots. RSA-KEM + SHA-256 CTR + HMAC - sealed openings for the trustee. Hash chain + signed checkpoints - tamper-evident board.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Admin can run the election but cannot see, link or alter votes Browser re-verifies the whole board: no trust in our server Perfect unlinkability shown live: every pairing is consistent Honest threat model, incl. coercion and stuffing 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~9 ms blind signature per voter, 2048-bit, pure Python; 0.2 ms ballot signature verification; &lt;2 s independent recount of 2,000 ballots; 12 / 12 attack demos rejected or detected. Impact: Results in minutes, not an evening of counting Disputes settled by recounting a public file Students can vote from hostels and labs on their phones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Phone: demo voter signs in, gets a blind-signed token 2. Choose candidates, cast anonymously, get a receipt 3. Attack lab: double vote, forgery, replay all rejected 4. Edit board.json: chain breaks at the exact entry; restore 5. Close voting: trustee opens ballots, signed result posted 6. Results + 10-step audit; browser recount matches 7. Phone re-checks receipt: counted exactly as cast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for student clubs on one laptop Annual college licence: council, hostel, club and alumni polls Paid audit/observer support for university-wide elections Extend to RWAs, cooperatives and union ballots Next: Split trustee and signing keys across 3 faculty (threshold RSA) Real mix-net / separate relay so the server never sees ballot IPs Homomorphic ElGamal tally with zero-knowledge ballot proofs Anchor checkpoint hashes on a public chain or notice board QR Ranked-choice and multi-seat posts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CampusVote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CYBERSECURITY &amp; BLOCKCHAIN TECHNOLOGY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CampusVote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Verifiable, anonymous e-voting for student elections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CampusVot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Paper ballots: hours of manual counting, disputed recounts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Google Forms: admins see who voted what and can edit rows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Shared form links and proxy logins allow double voting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Losing candidates have no way to check the result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0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ways for a voter to check a Google Forms tally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Hours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 hand-count a few thousand paper ballots (approx.)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 admin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can silently edit a spreadsheet of votes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CampusVote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Chaum blind signatures: eligible, yet unlinkable to the voter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SHA-256 commitments hide choices until voting closes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Hash-chained public bulletin board with signed checkpoints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Receipts + full recount by anyone, even in the browser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CampusVote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Phone voting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Mobile-first ballot over campus Wi-Fi, large buttons, no app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Blind-signed tokens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Authority signs a token it never sees; one per register number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Public bulletin board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Hash chain + RSA-signed checkpoints, download and verify anywhere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Voter receipts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Check on your own phone that your ballot was counted as cast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Attack lab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12 live attacks: double vote, forgery, replay, tampering, stuffing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Explained audit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10-step verification report with the reason each check matters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Phone/browser (vanilla JS)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SHA-256, RSA blinding, sealing, audit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 ThreadingHTTPServer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API, no IPs logged on cast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election.py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roster, OTP login, issuance, mix pool, phases, tally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blind.py + rsa.py + numtheory.py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Miller-Rabin, RSA-FDH, Chaum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board.py + audit.py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hash chain, checkpoints, universal recount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data/board.json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the only file an auditor needs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 only (hashlib, hmac, secrets, http.server)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 with BigInt crypto, inline SVG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JSON files with atomic writes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Fully offline: one laptop + campus Wi-Fi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Miller-Rabin (40 rounds)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2048-bit RSA key generation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RSA-FDH + CRT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signatures with Bellcore fault check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Chaum blind signatures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eligibility without identity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SHA-256 hash commitments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hiding and binding ballots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RSA-KEM + SHA-256 CTR + HMAC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sealed openings for the trustee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Hash chain + signed checkpoints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tamper-evident board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Admin can run the election but cannot see, link or alter votes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Browser re-verifies the whole board: no trust in our server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Perfect unlinkability shown live: every pairing is consistent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Honest threat model, incl. coercion and stuffing limits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~9 ms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blind signature per voter, 2048-bit, pure Python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0.2 ms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ballot signature verification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&lt;2 s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independent recount of 2,000 ballots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12 / 12</a:t>
            </a:r>
            <a:endParaRPr lang="en-US" sz="3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attack demos rejected or detected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Results in minutes, not an evening of counting  ·  Disputes settled by recounting a public file  ·  Students can vote from hostels and labs on their phones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Phone: demo voter signs in, gets a blind-signed token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Choose candidates, cast anonymously, get a receipt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Attack lab: double vote, forgery, replay all rejected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Edit board.json: chain breaks at the exact entry; restore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Close voting: trustee opens ballots, signed result posted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Results + 10-step audit; browser recount matches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Phone re-checks receipt: counted exactly as cast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CampusVot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http://localhost:8017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for student clubs on one laptop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Annual college licence: council, hostel, club and alumni polls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Paid audit/observer support for university-wide elections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Extend to RWAs, cooperatives and union ballots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Split trustee and signing keys across 3 faculty (threshold RSA)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mix-net / separate relay so the server never sees ballot IPs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Homomorphic ElGamal tally with zero-knowledge ballot proofs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Anchor checkpoint hashes on a public chain or notice board QR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Ranked-choice and multi-seat posts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CampusVote · Verifiable, anonymous e-voting for student elections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https://github.com/jayeskumar/a/tree/claude/confident-fermi-dpeh2g/projects/17-campusvote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projects/17-campusvote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Vote QUANTIX">
  <a:themeElements>
    <a:clrScheme name="CampusVote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9333EA"/>
      </a:accent1>
      <a:accent2>
        <a:srgbClr val="F2E7FC"/>
      </a:accent2>
      <a:accent3>
        <a:srgbClr val="602198"/>
      </a:accent3>
      <a:accent4>
        <a:srgbClr val="5B6478"/>
      </a:accent4>
      <a:accent5>
        <a:srgbClr val="291851"/>
      </a:accent5>
      <a:accent6>
        <a:srgbClr val="C48FF3"/>
      </a:accent6>
      <a:hlink>
        <a:srgbClr val="7629BB"/>
      </a:hlink>
      <a:folHlink>
        <a:srgbClr val="5B6478"/>
      </a:folHlink>
    </a:clrScheme>
    <a:fontScheme name="CampusVote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CampusVote – Verifiable, anonymous e-voting for student elections</dc:title>
  <dc:subject>QUANTIX 2K26 · Cybersecurity &amp; Blockchain Technology</dc:subject>
  <dc:creator>Your Team Name</dc:creator>
  <cp:lastModifiedBy>Your Team Name</cp:lastModifiedBy>
  <cp:revision>1</cp:revision>
  <dcterms:created xsi:type="dcterms:W3CDTF">2026-10-20T06:29:49Z</dcterms:created>
  <dcterms:modified xsi:type="dcterms:W3CDTF">2026-10-20T06:29:49Z</dcterms:modified>
</cp:coreProperties>
</file>