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217c22a-0243-0008-2765-c8cdca7c24d8}">
          <p14:sldIdLst>
            <p14:sldId id="256"/>
          </p14:sldIdLst>
        </p14:section>
        <p14:section name="Problem &amp; solution" id="{e735f4c8-d39f-fe44-7fc4-534d04c2ad58}">
          <p14:sldIdLst>
            <p14:sldId id="257"/>
            <p14:sldId id="258"/>
          </p14:sldIdLst>
        </p14:section>
        <p14:section name="Product" id="{b7d61f01-2487-adb8-1604-c43811e3c9fb}">
          <p14:sldIdLst>
            <p14:sldId id="259"/>
            <p14:sldId id="260"/>
            <p14:sldId id="261"/>
          </p14:sldIdLst>
        </p14:section>
        <p14:section name="Why us" id="{b176d93a-7e5d-dbb5-eb08-b6069e885993}">
          <p14:sldIdLst>
            <p14:sldId id="262"/>
            <p14:sldId id="263"/>
          </p14:sldIdLst>
        </p14:section>
        <p14:section name="Demo" id="{f71e2b51-ca24-b0ff-c2fe-d3a2ca0a7425}">
          <p14:sldIdLst>
            <p14:sldId id="264"/>
          </p14:sldIdLst>
        </p14:section>
        <p14:section name="Roadmap" id="{0e5db111-30a3-0625-2b62-f6fe0cd14c3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AI energy &amp; carbon copilot for smart campuses.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Labs, ACs and lights run all night and on weekends The only feedback is a monthly bill, weeks late No one knows if rooftop solar would really pay off Green drives fade because savings are never measured Key numbers: ~0.7 kg CO2 per kWh on India's grid (approx., CEA); ~1/3 of India's electricity is used by buildings (approx., BEE); 1.34 GWh yearly use of our 6-building demo campus (synthetic).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Reads hourly meter data for every campus building Forecasts next week and flags waste with a plain reason Converts every kWh to rupees, CO2 and trees Plans rooftop solar and simulates savings before you spend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7-day forecast: Hourly per building, split into calendar baseline + weather effect. Waste detective: Robust z-score alerts: '18 kW at 3 AM Sun vs 3 kW typical'. Carbon ledger: kWh to rupees to kg CO2 to trees, with named, editable factors. Solar planner: kWp, payback, 25-year cash flow and CO2 avoided for any roof. What-if levers: AC setpoint, auto-off, LED and BLDC - live savings, no double count. Green leaderboard: Weather-normalised savings vs own baseline; Green Champion badge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Meters / CSV -&gt; hourly kWh + temperature per building. dataset.py -&gt; deterministic synthetic campus with ground truth. forecast.py -&gt; robust weighted regression, Holt-Winters baseline. anomaly.py -&gt; median + MAD per hour-of-week, rule-based causes. solar.py / whatif.py / leaderboard.py -&gt; decisions in rupees and CO2. app.py -&gt; stdlib HTTP JSON API; static/ -&gt; vanilla JS + SVG dashboard. Stack: Python 3 standard library only, http.server ThreadingHTTPServer, Vanilla HTML/CSS/JS, Hand-drawn inline SVG charts, unittest (30 tests), Runs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Weighted ridge regression (Gaussian elimination) - hourly load forecast. Robust trimming from category medians - waste never becomes 'normal'. Modified z-score (median + MAD) - waste event detection. Holt-Winters triple smoothing - benchmark forecaster. Degraded cash-flow model - solar payback and 25-year savings. Weather-normalised baseline (IPMVP-style) - fair leaderboard.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Every forecast and alert explains itself - no black box Buildings compete with their own weather-adjusted past Detection to rupees to fix to solar, all in one offline tool Zero dependencies: runs on a Rs 15k laptop with no internet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5.6% forecast MAPE on hold-out week (Holt-Winters 27.7%); 100% / 89% waste-event precision / recall vs injected truth; 10% monthly saving from 4 cheap levers (Rs 10.7 L/yr, demo); 300 ms full pipeline for 6 buildings x 8 weeks. Impact: ~10% lower bills from operational levers (demo estimate) ~95 t CO2/yr avoided by levers, ~456 t/yr by rooftop solar Students see their building's footprint and compete to cut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Click Run demo - models retrain offline in ~300 ms 2. Read KPI tiles: kWh, rupees, CO2, waste, next-week forecast 3. Hover the CSE Lab night-time waste band for its reason 4. Open Why this forecast: baseline + weather split 5. Solar planner: all roofs, 442 kWp, 4.5-year payback 6. What-if: drag AC and LED sliders, watch savings update 7. Leaderboard and Model report: champion and live accuracy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open-source core for colleges via eco-clubs Pro tier per building: alerts, meter connectors, NAAC reports Referral fee from solar EPC vendors Shared-savings contracts verified by the same baseline Next: Live Modbus/MQTT meters and WhatsApp alerts Academic calendar and humidity as forecast inputs Time-of-day tariff and peak-demand optimisation Battery dispatch and carbon-aware scheduling NILM to learn end-use shares automatically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WattWise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SUSTAINABILITY, CLEANTECH &amp; GREEN ENERGY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WattWise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AI energy &amp; carbon copilot for smart campuses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WattWi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Labs, ACs and lights run all night and on weekends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only feedback is a monthly bill, weeks late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one knows if rooftop solar would really pay off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Green drives fade because savings are never measured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~0.7 kg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CO2 per kWh on India's grid (approx., CEA)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~1/3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India's electricity is used by buildings (approx., BEE)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1.34 GWh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yearly use of our 6-building demo campus (synthetic)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WattWise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Reads hourly meter data for every campus building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Forecasts next week and flags waste with a plain reason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Converts every kWh to rupees, CO2 and trees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Plans rooftop solar and simulates savings before you spend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WattWise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7-day forecast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Hourly per building, split into calendar baseline + weather effect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Waste detective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Robust z-score alerts: '18 kW at 3 AM Sun vs 3 kW typical'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Carbon ledger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kWh to rupees to kg CO2 to trees, with named, editable factors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Solar planner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kWp, payback, 25-year cash flow and CO2 avoided for any roof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What-if levers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AC setpoint, auto-off, LED and BLDC - live savings, no double count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Green leaderboard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Weather-normalised savings vs own baseline; Green Champion badge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Meters / CSV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hourly kWh + temperature per building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dataset.py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deterministic synthetic campus with ground truth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forecast.py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robust weighted regression, Holt-Winters baseline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anomaly.py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median + MAD per hour-of-week, rule-based causes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solar.py / whatif.py / leaderboard.py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decisions in rupees and CO2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stdlib HTTP JSON API; static/ – vanilla JS + SVG dashboard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standard library only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http.server ThreadingHTTPServer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Hand-drawn inline 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 (30 tests)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fully offline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Weighted ridge regression (Gaussian elimination)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hourly load forecast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Robust trimming from category medians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waste never becomes 'normal'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Modified z-score (median + MAD)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waste event detection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Holt-Winters triple smoothing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benchmark forecaster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Degraded cash-flow model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solar payback and 25-year savings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Weather-normalised baseline (IPMVP-style)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fair leaderboard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Every forecast and alert explains itself - no black box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Buildings compete with their own weather-adjusted past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Detection to rupees to fix to solar, all in one offline tool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Zero dependencies: runs on a Rs 15k laptop with no internet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5.6%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forecast MAPE on hold-out week (Holt-Winters 27.7%)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100% / 89%</a:t>
            </a:r>
            <a:endParaRPr lang="en-US" sz="24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waste-event precision / recall vs injected truth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10%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monthly saving from 4 cheap levers (Rs 10.7 L/yr, demo)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300 ms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 pipeline for 6 buildings x 8 weeks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~10% lower bills from operational levers (demo estimate)  ·  ~95 t CO2/yr avoided by levers, ~456 t/yr by rooftop solar  ·  Students see their building's footprint and compete to cut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 Run demo - models retrain offline in ~300 ms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 KPI tiles: kWh, rupees, CO2, waste, next-week forecast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Hover the CSE Lab night-time waste band for its reason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 Why this forecast: baseline + weather split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Solar planner: all roofs, 442 kWp, 4.5-year payback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What-if: drag AC and LED sliders, watch savings update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Leaderboard and Model report: champion and live accuracy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WattWi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http://localhost:8002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open-source core for colleges via eco-clubs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 tier per building: alerts, meter connectors, NAAC reports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Referral fee from solar EPC vendors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Shared-savings contracts verified by the same baseline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Modbus/MQTT meters and WhatsApp alerts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Academic calendar and humidity as forecast inputs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Time-of-day tariff and peak-demand optimisation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Battery dispatch and carbon-aware scheduling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NILM to learn end-use shares automatically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WattWise · AI energy &amp; carbon copilot for smart campuses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https://github.com/jayeskumar/a/tree/claude/confident-fermi-dpeh2g/projects/02-wattwise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projects/02-wattwise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tWise QUANTIX">
  <a:themeElements>
    <a:clrScheme name="WattWise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12A150"/>
      </a:accent1>
      <a:accent2>
        <a:srgbClr val="E3F4EA"/>
      </a:accent2>
      <a:accent3>
        <a:srgbClr val="0C6934"/>
      </a:accent3>
      <a:accent4>
        <a:srgbClr val="5B6478"/>
      </a:accent4>
      <a:accent5>
        <a:srgbClr val="0D302F"/>
      </a:accent5>
      <a:accent6>
        <a:srgbClr val="7DCB9F"/>
      </a:accent6>
      <a:hlink>
        <a:srgbClr val="0E8140"/>
      </a:hlink>
      <a:folHlink>
        <a:srgbClr val="5B6478"/>
      </a:folHlink>
    </a:clrScheme>
    <a:fontScheme name="WattWise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WattWise – AI energy &amp; carbon copilot for smart campuses</dc:title>
  <dc:subject>QUANTIX 2K26 · Sustainability, CleanTech &amp; Green Energy</dc:subject>
  <dc:creator>Your Team Name</dc:creator>
  <cp:lastModifiedBy>Your Team Name</cp:lastModifiedBy>
  <cp:revision>1</cp:revision>
  <dcterms:created xsi:type="dcterms:W3CDTF">2026-10-20T08:08:38Z</dcterms:created>
  <dcterms:modified xsi:type="dcterms:W3CDTF">2026-10-20T08:08:38Z</dcterms:modified>
</cp:coreProperties>
</file>