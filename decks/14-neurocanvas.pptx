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aaba014-42ab-2ce0-dd27-fcf3f8447cfb}">
          <p14:sldIdLst>
            <p14:sldId id="256"/>
          </p14:sldIdLst>
        </p14:section>
        <p14:section name="Problem &amp; solution" id="{b2438515-1eba-e8e1-3c13-bc1bd3dee9c1}">
          <p14:sldIdLst>
            <p14:sldId id="257"/>
            <p14:sldId id="258"/>
          </p14:sldIdLst>
        </p14:section>
        <p14:section name="Product" id="{1519c5e9-2f3f-7a6b-ebc5-5e8605cddcaa}">
          <p14:sldIdLst>
            <p14:sldId id="259"/>
            <p14:sldId id="260"/>
            <p14:sldId id="261"/>
          </p14:sldIdLst>
        </p14:section>
        <p14:section name="Why us" id="{5c02d494-b26f-6107-4ace-202a2720be04}">
          <p14:sldIdLst>
            <p14:sldId id="262"/>
            <p14:sldId id="263"/>
          </p14:sldIdLst>
        </p14:section>
        <p14:section name="Demo" id="{4e338b7e-a52f-ed00-978b-1281c120fe48}">
          <p14:sldIdLst>
            <p14:sldId id="264"/>
          </p14:sldIdLst>
        </p14:section>
        <p14:section name="Roadmap" id="{efd63471-997e-bd5f-8c17-379c677823de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Draw a digit, watch a neural network think.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Students meet neural networks as model.fit(): a black box Backprop, activations and failure modes stay invisible Deep-learning tutorials assume GPUs, cloud notebooks and internet Labs with weak Wi-Fi cannot run AI-literacy sessions at all Key numbers: ~4.3 crore students in Indian higher education (AISHE 2021-22, approx.); 0 GPUs, installs or internet NeuroCanvas needs; 18,858 weights you can watch, every one written in plain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Draw a digit: probabilities, neurons and saliency update live Explain mode walks forward pass and backprop with your numbers Train a fresh network live; teach it your own handwriting Pure-Python MLP, hand-derived backprop, runs offline on any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Live prediction: 10-class bars update as you draw, about 2 ms per forward + backward pass. Inside the network: Every neuron's activation, strongest connections, top voters, weight images. Saliency overlay: Gradient of the winning score per pixel, glowing on your own strokes. Explain mode: 11 steps from pixels to softmax to backprop to one SGD step, real numbers. Live training lab: Tune lr, neurons, layers, data; watch loss curves and filters evolve. Teach it: Label your drawings, fine-tune with replay, measure fixes vs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(vanilla JS + SVG/canvas) -&gt; drawing pad, MNIST-style preprocessing. app.py ThreadingHTTPServer -&gt; JSON API, validation, static files. render + templates -&gt; deterministic synthetic digit generator. mlp + train -&gt; MLP, backprop, SGD with momentum, L2. explain -&gt; saliency, contributions, step-by-step text. live + teach -&gt; background trainer, fine-tuning with replay. Stack: Python 3 stdlib only (http.server, math, random, gzip, json), Vanilla HTML/CSS/JS, inline SVG and canvas, no CDN, 6,000-image dataset in 0.8 MB, trained weights in 160 KB, unittest: 50 tests incl. finite-difference gradient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Stroke templates + elastic warp + affine – synthetic handwriting. Bounding-box fit + centre-of-mass shift – MNIST-style preprocessing. MLP 256-64-32-10, ReLU, softmax + cross-entropy – classifier. Backpropagation + mini-batch SGD with momentum, He init, L2. Gradient saliency and gradient x activation – explanations. Replay fine-tuning – learn new styles without forgetting.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number is inspectable: no framework hides the maths Explanations use the actual activations of your drawing Shows failure honestly: confident mistakes, forgetting, divergence Starts in 0.1 s on a cheap laptop with Wi-Fi 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99.4% test accuracy, 1,000 held-out synthetic digits; 57/60 mouse-drawn digits in a real browser; 60/60 after teaching 3; 0.4 ms forward pass per image, pure Python (1.8 ms with saliency); 60→83% unseen LCD-style digits after teaching 20 examples (2.6 s). Impact: AI literacy for any college lab, even without internet Students see why models fail, not just that they work Teachers get a ready demo for backprop, overfitting,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Open the app: a demo 3 draws itself, bars and neurons light up 2. Draw a 7 by hand: show saliency glow and top voting neurons 3. Explain tab: pick label 1 and watch backprop push hard 4. Live training: run 'lr too high' then defaults, compare curves 5. Evaluation: confusion matrix, click a cell to see mistakes 6. Teach it: load LCD lesson, fine-tune, show fixes and forgetting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and open for students; offline by design Paid workshop kits for colleges and school ATL labs Teacher edition: lesson plans and auto-graded exercises Extend to letters, Tamil script and other datasets Next: Convolutional layer view, to compare with the MLP Tamil and Devanagari character sets Class mode: students' drawings pooled into one dataset Real MNIST import when a copy is available offline Step-through backprop animation, one neuron at a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NeuroCanvas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ARTIFICIAL INTELLIGENCE &amp; MACHINE LEARNING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NeuroCanvas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Draw a digit, watch a neural network think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NeuroCanva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meet neural networks as model.fit(): a black box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Backprop, activations and failure modes stay invisible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Deep-learning tutorials assume GPUs, cloud notebooks and internet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Labs with weak Wi-Fi cannot run AI-literacy sessions at all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~4.3 crore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students in Indian higher education (AISHE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GPUs, installs or internet NeuroCanvas needs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18,858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weights you can watch, every one written in plain Python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NeuroCanvas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Draw a digit: probabilities, neurons and saliency update live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 mode walks forward pass and backprop with your numbers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Train a fresh network live; teach it your own handwriting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Pure-Python MLP, hand-derived backprop, runs offline on any laptop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NeuroCanva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prediction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10-class bars update as you draw, about 2 ms per forward + backward pass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Inside the network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neuron's activation, strongest connections, top voters, weight images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Saliency overlay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 of the winning score per pixel, glowing on your own strokes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 mode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11 steps from pixels to softmax to backprop to one SGD step, real numbers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training lab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Tune lr, neurons, layers, data; watch loss curves and filters evolve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Teach it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Label your drawings, fine-tune with replay, measure fixes vs forgetting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(vanilla JS + SVG/canvas)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drawing pad, MNIST-style preprocessing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validation, static files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render + templates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deterministic synthetic digit generator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mlp + train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MLP, backprop, SGD with momentum, L2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explain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saliency, contributions, step-by-step text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+ teach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background trainer, fine-tuning with replay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(http.server, math, random, gzip, json)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 and canvas,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6,000-image dataset in 0.8 MB, trained weights in 160 KB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unittest: 50 tests incl. finite-difference gradient check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Stroke templates + elastic warp + affine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synthetic handwriting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Bounding-box fit + centre-of-mass shift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MNIST-style preprocessing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MLP 256-64-32-10, ReLU, softmax + cross-entropy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classifier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Backpropagation + mini-batch SGD with momentum, He init, L2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Gradient saliency and gradient x activation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explanations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Replay fine-tuning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learn new styles without forgetting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number is inspectable: no framework hides the maths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Explanations use the actual activations of your drawing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Shows failure honestly: confident mistakes, forgetting, divergence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Starts in 0.1 s on a cheap laptop with Wi-Fi off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99.4%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test accuracy, 1,000 held-out synthetic digits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57/60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mouse-drawn digits in a real browser; 60/60 after teaching 3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0.4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forward pass per image, pure Python (1.8 ms with saliency)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60→83%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unseen LCD-style digits after teaching 20 examples (2.6 s)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literacy for any college lab, even without internet  ·  Students see why models fail, not just that they work  ·  Teachers get a ready demo for backprop, overfitting, forgetting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the app: a demo 3 draws itself, bars and neurons light up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Draw a 7 by hand: show saliency glow and top voting neurons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Explain tab: pick label 1 and watch backprop push hard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Live training: run 'lr too high' then defaults, compare curves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Evaluation: confusion matrix, click a cell to see mistakes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Teach it: load LCD lesson, fine-tune, show fixes and forgetting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NeuroCanva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and open for students; offline by design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workshop kits for colleges and school ATL labs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Teacher edition: lesson plans and auto-graded exercises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Extend to letters, Tamil script and other datasets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Convolutional layer view, to compare with the MLP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Devanagari character sets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Class mode: students' drawings pooled into one dataset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 MNIST import when a copy is available offline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Step-through backprop animation, one neuron at a time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NeuroCanvas · Draw a digit, watch a neural network think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https://github.com/jayeskumar/a/tree/claude/confident-fermi-dpeh2g/projects/14-neurocanvas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projects/14-neurocanvas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Canvas QUANTIX">
  <a:themeElements>
    <a:clrScheme name="NeuroCanvas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4F46E5"/>
      </a:accent1>
      <a:accent2>
        <a:srgbClr val="EAE9FC"/>
      </a:accent2>
      <a:accent3>
        <a:srgbClr val="332E95"/>
      </a:accent3>
      <a:accent4>
        <a:srgbClr val="5B6478"/>
      </a:accent4>
      <a:accent5>
        <a:srgbClr val="1A1C50"/>
      </a:accent5>
      <a:accent6>
        <a:srgbClr val="9E99F1"/>
      </a:accent6>
      <a:hlink>
        <a:srgbClr val="3F38B7"/>
      </a:hlink>
      <a:folHlink>
        <a:srgbClr val="5B6478"/>
      </a:folHlink>
    </a:clrScheme>
    <a:fontScheme name="NeuroCanvas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NeuroCanvas – Draw a digit, watch a neural network think</dc:title>
  <dc:subject>QUANTIX 2K26 · Artificial Intelligence &amp; Machine Learning</dc:subject>
  <dc:creator>Your Team Name</dc:creator>
  <cp:lastModifiedBy>Your Team Name</cp:lastModifiedBy>
  <cp:revision>1</cp:revision>
  <dcterms:created xsi:type="dcterms:W3CDTF">2026-10-20T06:29:49Z</dcterms:created>
  <dcterms:modified xsi:type="dcterms:W3CDTF">2026-10-20T06:29:49Z</dcterms:modified>
</cp:coreProperties>
</file>